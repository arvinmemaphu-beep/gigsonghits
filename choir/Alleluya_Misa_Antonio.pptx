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04" autoAdjust="0"/>
  </p:normalViewPr>
  <p:slideViewPr>
    <p:cSldViewPr>
      <p:cViewPr varScale="1">
        <p:scale>
          <a:sx n="60" d="100"/>
          <a:sy n="60" d="100"/>
        </p:scale>
        <p:origin x="1890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25/08/2026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397631" y="1331640"/>
            <a:ext cx="608088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dirty="0"/>
              <a:t>Intro: G- G/B- CM7- D- D7- G –</a:t>
            </a:r>
            <a:r>
              <a:rPr lang="en-PH" dirty="0" err="1"/>
              <a:t>Dsus</a:t>
            </a:r>
            <a:r>
              <a:rPr lang="en-PH" dirty="0"/>
              <a:t>- D -G</a:t>
            </a:r>
          </a:p>
          <a:p>
            <a:endParaRPr lang="en-PH" dirty="0"/>
          </a:p>
          <a:p>
            <a:r>
              <a:rPr lang="en-PH" dirty="0"/>
              <a:t>G       G/B               CM7    D 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   </a:t>
            </a:r>
            <a:r>
              <a:rPr lang="en-PH" dirty="0" err="1"/>
              <a:t>Aleluya</a:t>
            </a:r>
            <a:r>
              <a:rPr lang="en-PH" dirty="0"/>
              <a:t>  </a:t>
            </a:r>
            <a:r>
              <a:rPr lang="en-PH" dirty="0" err="1"/>
              <a:t>Aleluya</a:t>
            </a:r>
            <a:r>
              <a:rPr lang="en-PH" dirty="0"/>
              <a:t>!</a:t>
            </a:r>
          </a:p>
          <a:p>
            <a:r>
              <a:rPr lang="en-PH" dirty="0"/>
              <a:t>G       G/B               CM7    D 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   </a:t>
            </a:r>
            <a:r>
              <a:rPr lang="en-PH" dirty="0" err="1"/>
              <a:t>Aleluya</a:t>
            </a:r>
            <a:r>
              <a:rPr lang="en-PH" dirty="0"/>
              <a:t>  </a:t>
            </a:r>
            <a:r>
              <a:rPr lang="en-PH" dirty="0" err="1"/>
              <a:t>Aleluya</a:t>
            </a:r>
            <a:r>
              <a:rPr lang="en-PH" dirty="0"/>
              <a:t> </a:t>
            </a:r>
          </a:p>
          <a:p>
            <a:r>
              <a:rPr lang="en-PH" dirty="0"/>
              <a:t>D7     G     Dsus4   D</a:t>
            </a:r>
          </a:p>
          <a:p>
            <a:r>
              <a:rPr lang="en-PH" dirty="0" err="1"/>
              <a:t>Aleluya</a:t>
            </a:r>
            <a:r>
              <a:rPr lang="en-PH" dirty="0"/>
              <a:t>!</a:t>
            </a:r>
          </a:p>
          <a:p>
            <a:endParaRPr lang="en-PH" dirty="0"/>
          </a:p>
          <a:p>
            <a:endParaRPr lang="en-PH" dirty="0"/>
          </a:p>
          <a:p>
            <a:r>
              <a:rPr lang="en-PH" dirty="0"/>
              <a:t>G       G/B               CM7    D 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   </a:t>
            </a:r>
            <a:r>
              <a:rPr lang="en-PH" dirty="0" err="1"/>
              <a:t>Aleluya</a:t>
            </a:r>
            <a:r>
              <a:rPr lang="en-PH" dirty="0"/>
              <a:t>  </a:t>
            </a:r>
            <a:r>
              <a:rPr lang="en-PH" dirty="0" err="1"/>
              <a:t>Aleluya</a:t>
            </a:r>
            <a:r>
              <a:rPr lang="en-PH" dirty="0"/>
              <a:t>!</a:t>
            </a:r>
          </a:p>
          <a:p>
            <a:r>
              <a:rPr lang="en-PH" dirty="0"/>
              <a:t>G       G/B               CM7    D 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   </a:t>
            </a:r>
            <a:r>
              <a:rPr lang="en-PH" dirty="0" err="1"/>
              <a:t>Aleluya</a:t>
            </a:r>
            <a:r>
              <a:rPr lang="en-PH" dirty="0"/>
              <a:t>  </a:t>
            </a:r>
            <a:r>
              <a:rPr lang="en-PH" dirty="0" err="1"/>
              <a:t>Aleluya</a:t>
            </a:r>
            <a:r>
              <a:rPr lang="en-PH" dirty="0"/>
              <a:t> </a:t>
            </a:r>
          </a:p>
          <a:p>
            <a:r>
              <a:rPr lang="en-PH" dirty="0"/>
              <a:t>        G     </a:t>
            </a:r>
            <a:r>
              <a:rPr lang="en-PH" dirty="0" err="1"/>
              <a:t>Esus</a:t>
            </a:r>
            <a:r>
              <a:rPr lang="en-PH" dirty="0"/>
              <a:t> – E7</a:t>
            </a:r>
          </a:p>
          <a:p>
            <a:r>
              <a:rPr lang="en-PH" dirty="0" err="1"/>
              <a:t>Aleluya</a:t>
            </a:r>
            <a:r>
              <a:rPr lang="en-PH" dirty="0"/>
              <a:t>!  </a:t>
            </a:r>
            <a:r>
              <a:rPr lang="en-PH" dirty="0" err="1"/>
              <a:t>Ahhhh</a:t>
            </a:r>
            <a:endParaRPr lang="en-PH" dirty="0"/>
          </a:p>
          <a:p>
            <a:endParaRPr lang="en-PH" dirty="0"/>
          </a:p>
          <a:p>
            <a:endParaRPr lang="en-PH" dirty="0"/>
          </a:p>
          <a:p>
            <a:r>
              <a:rPr lang="en-PH" dirty="0"/>
              <a:t>  A       A/C#                D       E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       </a:t>
            </a:r>
            <a:r>
              <a:rPr lang="en-PH" dirty="0" err="1"/>
              <a:t>Aleluya</a:t>
            </a:r>
            <a:r>
              <a:rPr lang="en-PH" dirty="0"/>
              <a:t>  </a:t>
            </a:r>
            <a:r>
              <a:rPr lang="en-PH" dirty="0" err="1"/>
              <a:t>Aleluya</a:t>
            </a:r>
            <a:r>
              <a:rPr lang="en-PH" dirty="0"/>
              <a:t>!</a:t>
            </a:r>
          </a:p>
          <a:p>
            <a:r>
              <a:rPr lang="en-PH" dirty="0"/>
              <a:t>  A       A/C#                D       E   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       </a:t>
            </a:r>
            <a:r>
              <a:rPr lang="en-PH" dirty="0" err="1"/>
              <a:t>Aleluya</a:t>
            </a:r>
            <a:r>
              <a:rPr lang="en-PH" dirty="0"/>
              <a:t>  </a:t>
            </a:r>
            <a:r>
              <a:rPr lang="en-PH" dirty="0" err="1"/>
              <a:t>Aleluya</a:t>
            </a:r>
            <a:r>
              <a:rPr lang="en-PH" dirty="0"/>
              <a:t> </a:t>
            </a:r>
          </a:p>
          <a:p>
            <a:r>
              <a:rPr lang="en-PH" dirty="0"/>
              <a:t> Asus –A- A2 -A</a:t>
            </a:r>
          </a:p>
          <a:p>
            <a:r>
              <a:rPr lang="en-PH" dirty="0"/>
              <a:t> </a:t>
            </a:r>
            <a:r>
              <a:rPr lang="en-PH" dirty="0" err="1"/>
              <a:t>Aleluya</a:t>
            </a:r>
            <a:r>
              <a:rPr lang="en-PH" dirty="0"/>
              <a:t>!</a:t>
            </a:r>
            <a:endParaRPr lang="en-PH" sz="1400" dirty="0"/>
          </a:p>
        </p:txBody>
      </p:sp>
      <p:sp>
        <p:nvSpPr>
          <p:cNvPr id="4" name="Rectangle 3"/>
          <p:cNvSpPr/>
          <p:nvPr/>
        </p:nvSpPr>
        <p:spPr>
          <a:xfrm>
            <a:off x="318514" y="587129"/>
            <a:ext cx="259561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100" dirty="0"/>
            </a:br>
            <a:r>
              <a:rPr lang="en-US" b="1" dirty="0"/>
              <a:t>Alleluia | Misa Antonio</a:t>
            </a:r>
            <a:endParaRPr lang="en-PH" sz="1100" dirty="0"/>
          </a:p>
        </p:txBody>
      </p:sp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112</Words>
  <Application>Microsoft Office PowerPoint</Application>
  <PresentationFormat>On-screen Show (4:3)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1088</cp:revision>
  <cp:lastPrinted>2025-08-10T12:28:04Z</cp:lastPrinted>
  <dcterms:created xsi:type="dcterms:W3CDTF">2023-12-04T11:22:15Z</dcterms:created>
  <dcterms:modified xsi:type="dcterms:W3CDTF">2026-08-25T12:20:55Z</dcterms:modified>
</cp:coreProperties>
</file>