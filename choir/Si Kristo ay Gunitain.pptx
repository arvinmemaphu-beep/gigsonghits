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>
        <p:scale>
          <a:sx n="95" d="100"/>
          <a:sy n="95" d="100"/>
        </p:scale>
        <p:origin x="-1092" y="103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10/08/2025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9051" y="251520"/>
            <a:ext cx="6524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Si </a:t>
            </a:r>
            <a:r>
              <a:rPr lang="fr-FR" dirty="0" err="1"/>
              <a:t>Kristo</a:t>
            </a:r>
            <a:r>
              <a:rPr lang="fr-FR" dirty="0"/>
              <a:t> Ay </a:t>
            </a:r>
            <a:r>
              <a:rPr lang="fr-FR" dirty="0" err="1" smtClean="0"/>
              <a:t>Gunitain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=""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=""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=""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=""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=""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=""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=""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=""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=""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=""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=""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=""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/>
          <p:cNvSpPr/>
          <p:nvPr/>
        </p:nvSpPr>
        <p:spPr>
          <a:xfrm>
            <a:off x="212981" y="897851"/>
            <a:ext cx="619268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dirty="0"/>
              <a:t>[Intro]</a:t>
            </a:r>
          </a:p>
          <a:p>
            <a:r>
              <a:rPr lang="en-PH" dirty="0"/>
              <a:t>G A D</a:t>
            </a:r>
          </a:p>
          <a:p>
            <a:r>
              <a:rPr lang="en-PH" dirty="0"/>
              <a:t> </a:t>
            </a:r>
          </a:p>
          <a:p>
            <a:r>
              <a:rPr lang="en-PH" dirty="0"/>
              <a:t>[Stanza]</a:t>
            </a:r>
          </a:p>
          <a:p>
            <a:r>
              <a:rPr lang="en-PH" dirty="0"/>
              <a:t>    </a:t>
            </a:r>
            <a:r>
              <a:rPr lang="en-PH" dirty="0" smtClean="0"/>
              <a:t>  D              G       </a:t>
            </a:r>
            <a:r>
              <a:rPr lang="en-PH" dirty="0"/>
              <a:t>D</a:t>
            </a:r>
          </a:p>
          <a:p>
            <a:r>
              <a:rPr lang="en-PH" dirty="0"/>
              <a:t>Si </a:t>
            </a:r>
            <a:r>
              <a:rPr lang="en-PH" dirty="0" err="1"/>
              <a:t>Kristo</a:t>
            </a:r>
            <a:r>
              <a:rPr lang="en-PH" dirty="0"/>
              <a:t> </a:t>
            </a:r>
            <a:r>
              <a:rPr lang="en-PH" dirty="0" smtClean="0"/>
              <a:t> Ay  </a:t>
            </a:r>
            <a:r>
              <a:rPr lang="en-PH" dirty="0" err="1" smtClean="0"/>
              <a:t>Gunitain</a:t>
            </a:r>
            <a:endParaRPr lang="en-PH" dirty="0" smtClean="0"/>
          </a:p>
          <a:p>
            <a:endParaRPr lang="en-PH" dirty="0"/>
          </a:p>
          <a:p>
            <a:r>
              <a:rPr lang="en-PH" dirty="0"/>
              <a:t> </a:t>
            </a:r>
            <a:r>
              <a:rPr lang="en-PH" dirty="0" smtClean="0"/>
              <a:t>  </a:t>
            </a:r>
            <a:r>
              <a:rPr lang="en-PH" dirty="0"/>
              <a:t>G   </a:t>
            </a:r>
            <a:r>
              <a:rPr lang="en-PH" dirty="0" smtClean="0"/>
              <a:t>  </a:t>
            </a:r>
            <a:r>
              <a:rPr lang="en-PH"/>
              <a:t>D  </a:t>
            </a:r>
            <a:r>
              <a:rPr lang="en-PH" smtClean="0"/>
              <a:t>          </a:t>
            </a:r>
            <a:r>
              <a:rPr lang="en-PH" dirty="0"/>
              <a:t>E7   A</a:t>
            </a:r>
          </a:p>
          <a:p>
            <a:r>
              <a:rPr lang="en-PH" dirty="0" err="1"/>
              <a:t>Sarili</a:t>
            </a:r>
            <a:r>
              <a:rPr lang="en-PH" dirty="0"/>
              <a:t> </a:t>
            </a:r>
            <a:r>
              <a:rPr lang="en-PH" dirty="0" smtClean="0"/>
              <a:t> Ay  </a:t>
            </a:r>
            <a:r>
              <a:rPr lang="en-PH" dirty="0" err="1" smtClean="0"/>
              <a:t>Inihain</a:t>
            </a:r>
            <a:endParaRPr lang="en-PH" dirty="0" smtClean="0"/>
          </a:p>
          <a:p>
            <a:endParaRPr lang="en-PH" dirty="0"/>
          </a:p>
          <a:p>
            <a:r>
              <a:rPr lang="en-PH" dirty="0"/>
              <a:t>Em7     </a:t>
            </a:r>
            <a:r>
              <a:rPr lang="en-PH" dirty="0" smtClean="0"/>
              <a:t>      </a:t>
            </a:r>
            <a:r>
              <a:rPr lang="en-PH" dirty="0"/>
              <a:t>A     </a:t>
            </a:r>
            <a:r>
              <a:rPr lang="en-PH" dirty="0" smtClean="0"/>
              <a:t>   </a:t>
            </a:r>
            <a:r>
              <a:rPr lang="en-PH" dirty="0"/>
              <a:t>F#M </a:t>
            </a:r>
            <a:r>
              <a:rPr lang="en-PH" dirty="0" smtClean="0"/>
              <a:t>   Bm7</a:t>
            </a:r>
            <a:endParaRPr lang="en-PH" dirty="0"/>
          </a:p>
          <a:p>
            <a:r>
              <a:rPr lang="en-PH" dirty="0" err="1"/>
              <a:t>Bilang</a:t>
            </a:r>
            <a:r>
              <a:rPr lang="en-PH" dirty="0"/>
              <a:t> </a:t>
            </a:r>
            <a:r>
              <a:rPr lang="en-PH" dirty="0" err="1" smtClean="0"/>
              <a:t>Pagkai't</a:t>
            </a:r>
            <a:r>
              <a:rPr lang="en-PH" dirty="0" smtClean="0"/>
              <a:t>    </a:t>
            </a:r>
            <a:r>
              <a:rPr lang="en-PH" dirty="0" err="1" smtClean="0"/>
              <a:t>Inu</a:t>
            </a:r>
            <a:r>
              <a:rPr lang="en-PH" dirty="0" smtClean="0"/>
              <a:t>  -   Min</a:t>
            </a:r>
          </a:p>
          <a:p>
            <a:endParaRPr lang="en-PH" dirty="0"/>
          </a:p>
          <a:p>
            <a:r>
              <a:rPr lang="en-PH" dirty="0"/>
              <a:t> </a:t>
            </a:r>
            <a:r>
              <a:rPr lang="en-PH" dirty="0" smtClean="0"/>
              <a:t>   </a:t>
            </a:r>
            <a:r>
              <a:rPr lang="en-PH" dirty="0"/>
              <a:t>Em7          </a:t>
            </a:r>
            <a:r>
              <a:rPr lang="en-PH" dirty="0" smtClean="0"/>
              <a:t>           </a:t>
            </a:r>
            <a:r>
              <a:rPr lang="en-PH" dirty="0"/>
              <a:t>Asus A7</a:t>
            </a:r>
          </a:p>
          <a:p>
            <a:r>
              <a:rPr lang="en-PH" dirty="0" err="1"/>
              <a:t>Pinagsasaluhan</a:t>
            </a:r>
            <a:r>
              <a:rPr lang="en-PH" dirty="0"/>
              <a:t> </a:t>
            </a:r>
            <a:r>
              <a:rPr lang="en-PH" dirty="0" err="1" smtClean="0"/>
              <a:t>Natin</a:t>
            </a:r>
            <a:endParaRPr lang="en-PH" dirty="0" smtClean="0"/>
          </a:p>
          <a:p>
            <a:endParaRPr lang="en-PH" dirty="0"/>
          </a:p>
          <a:p>
            <a:r>
              <a:rPr lang="en-PH" dirty="0"/>
              <a:t>    </a:t>
            </a:r>
            <a:r>
              <a:rPr lang="en-PH" dirty="0" smtClean="0"/>
              <a:t>     G               </a:t>
            </a:r>
            <a:r>
              <a:rPr lang="en-PH" dirty="0"/>
              <a:t>A     </a:t>
            </a:r>
            <a:r>
              <a:rPr lang="en-PH" dirty="0" smtClean="0"/>
              <a:t>           </a:t>
            </a:r>
            <a:r>
              <a:rPr lang="en-PH" dirty="0"/>
              <a:t>F#M  Bm7</a:t>
            </a:r>
          </a:p>
          <a:p>
            <a:r>
              <a:rPr lang="en-PH" dirty="0" err="1"/>
              <a:t>Hanggang</a:t>
            </a:r>
            <a:r>
              <a:rPr lang="en-PH" dirty="0"/>
              <a:t> Sa </a:t>
            </a:r>
            <a:r>
              <a:rPr lang="en-PH" dirty="0" err="1"/>
              <a:t>Siya'y</a:t>
            </a:r>
            <a:r>
              <a:rPr lang="en-PH" dirty="0"/>
              <a:t> </a:t>
            </a:r>
            <a:r>
              <a:rPr lang="en-PH" dirty="0" err="1" smtClean="0"/>
              <a:t>Dumating</a:t>
            </a:r>
            <a:endParaRPr lang="en-PH" dirty="0" smtClean="0"/>
          </a:p>
          <a:p>
            <a:endParaRPr lang="en-PH" dirty="0"/>
          </a:p>
          <a:p>
            <a:r>
              <a:rPr lang="en-PH" dirty="0"/>
              <a:t>   </a:t>
            </a:r>
            <a:r>
              <a:rPr lang="en-PH" dirty="0" smtClean="0"/>
              <a:t>    </a:t>
            </a:r>
            <a:r>
              <a:rPr lang="en-PH" dirty="0" err="1"/>
              <a:t>Em</a:t>
            </a:r>
            <a:r>
              <a:rPr lang="en-PH" dirty="0"/>
              <a:t>      </a:t>
            </a:r>
            <a:r>
              <a:rPr lang="en-PH" dirty="0" smtClean="0"/>
              <a:t>        </a:t>
            </a:r>
            <a:r>
              <a:rPr lang="en-PH" dirty="0"/>
              <a:t>A      </a:t>
            </a:r>
            <a:r>
              <a:rPr lang="en-PH" dirty="0" smtClean="0"/>
              <a:t>            D    (G </a:t>
            </a:r>
            <a:r>
              <a:rPr lang="en-PH" dirty="0"/>
              <a:t>A </a:t>
            </a:r>
            <a:r>
              <a:rPr lang="en-PH" dirty="0" smtClean="0"/>
              <a:t>D)</a:t>
            </a:r>
            <a:endParaRPr lang="en-PH" dirty="0"/>
          </a:p>
          <a:p>
            <a:r>
              <a:rPr lang="en-PH" dirty="0" err="1"/>
              <a:t>Hanggang</a:t>
            </a:r>
            <a:r>
              <a:rPr lang="en-PH" dirty="0"/>
              <a:t> Sa </a:t>
            </a:r>
            <a:r>
              <a:rPr lang="en-PH" dirty="0" err="1"/>
              <a:t>Siya'y</a:t>
            </a:r>
            <a:r>
              <a:rPr lang="en-PH" dirty="0"/>
              <a:t> </a:t>
            </a:r>
            <a:r>
              <a:rPr lang="en-PH" dirty="0" err="1"/>
              <a:t>Dumating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68</Words>
  <Application>Microsoft Office PowerPoint</Application>
  <PresentationFormat>On-screen Show (4:3)</PresentationFormat>
  <Paragraphs>23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1037</cp:revision>
  <cp:lastPrinted>2025-08-10T12:28:04Z</cp:lastPrinted>
  <dcterms:created xsi:type="dcterms:W3CDTF">2023-12-04T11:22:15Z</dcterms:created>
  <dcterms:modified xsi:type="dcterms:W3CDTF">2025-08-10T13:05:42Z</dcterms:modified>
</cp:coreProperties>
</file>