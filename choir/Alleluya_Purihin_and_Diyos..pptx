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9" r:id="rId2"/>
  </p:sldIdLst>
  <p:sldSz cx="6858000" cy="9144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704" autoAdjust="0"/>
  </p:normalViewPr>
  <p:slideViewPr>
    <p:cSldViewPr>
      <p:cViewPr>
        <p:scale>
          <a:sx n="84" d="100"/>
          <a:sy n="84" d="100"/>
        </p:scale>
        <p:origin x="1374" y="-3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09.3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14.6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2:06.3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  <inkml:trace contextRef="#ctx0" brushRef="#br0" timeOffset="642.654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3:17.3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2:36.9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4:42.9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6.8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2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9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  <inkml:trace contextRef="#ctx0" brushRef="#br0" timeOffset="559.203">0 0</inkml:trace>
  <inkml:trace contextRef="#ctx0" brushRef="#br0" timeOffset="825.848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22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4:32.3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5:20.6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36:08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8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9.1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FB96-7CAF-4705-B1CF-0AF32BDAC094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0413" y="746125"/>
            <a:ext cx="2797175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84C93-C01A-4170-85F8-A6CAB7D614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4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84C93-C01A-4170-85F8-A6CAB7D614F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575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298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14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698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89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13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651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085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99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346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514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941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0CD76-9429-49A7-8D2E-1EFADDD526D0}" type="datetimeFigureOut">
              <a:rPr lang="en-PH" smtClean="0"/>
              <a:t>22/08/2026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7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.pn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.png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14:cNvPr>
              <p14:cNvContentPartPr/>
              <p14:nvPr/>
            </p14:nvContentPartPr>
            <p14:xfrm>
              <a:off x="2918631" y="334115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9631" y="33321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14:cNvPr>
              <p14:cNvContentPartPr/>
              <p14:nvPr/>
            </p14:nvContentPartPr>
            <p14:xfrm>
              <a:off x="5321991" y="378647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2991" y="37774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14:cNvPr>
              <p14:cNvContentPartPr/>
              <p14:nvPr/>
            </p14:nvContentPartPr>
            <p14:xfrm>
              <a:off x="8651271" y="552131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2271" y="55123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14:cNvPr>
              <p14:cNvContentPartPr/>
              <p14:nvPr/>
            </p14:nvContentPartPr>
            <p14:xfrm>
              <a:off x="-1793769" y="575603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02769" y="57470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14:cNvPr>
              <p14:cNvContentPartPr/>
              <p14:nvPr/>
            </p14:nvContentPartPr>
            <p14:xfrm>
              <a:off x="1863831" y="6459111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4831" y="6450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14:cNvPr>
              <p14:cNvContentPartPr/>
              <p14:nvPr/>
            </p14:nvContentPartPr>
            <p14:xfrm>
              <a:off x="-2040009" y="6342111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049009" y="6333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14:cNvPr>
              <p14:cNvContentPartPr/>
              <p14:nvPr/>
            </p14:nvContentPartPr>
            <p14:xfrm>
              <a:off x="1336431" y="6986871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7431" y="6977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14:cNvPr>
              <p14:cNvContentPartPr/>
              <p14:nvPr/>
            </p14:nvContentPartPr>
            <p14:xfrm>
              <a:off x="1289631" y="6400431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631" y="63914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14:cNvPr>
              <p14:cNvContentPartPr/>
              <p14:nvPr/>
            </p14:nvContentPartPr>
            <p14:xfrm>
              <a:off x="1723431" y="5919831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14431" y="59108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14:cNvPr>
              <p14:cNvContentPartPr/>
              <p14:nvPr/>
            </p14:nvContentPartPr>
            <p14:xfrm>
              <a:off x="-1125609" y="2285631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34609" y="22766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14:cNvPr>
              <p14:cNvContentPartPr/>
              <p14:nvPr/>
            </p14:nvContentPartPr>
            <p14:xfrm>
              <a:off x="7715250" y="58635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6250" y="5854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14:cNvPr>
              <p14:cNvContentPartPr/>
              <p14:nvPr/>
            </p14:nvContentPartPr>
            <p14:xfrm>
              <a:off x="7132050" y="451458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3050" y="45055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14:cNvPr>
              <p14:cNvContentPartPr/>
              <p14:nvPr/>
            </p14:nvContentPartPr>
            <p14:xfrm>
              <a:off x="7486650" y="453753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7650" y="4528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14:cNvPr>
              <p14:cNvContentPartPr/>
              <p14:nvPr/>
            </p14:nvContentPartPr>
            <p14:xfrm>
              <a:off x="2286095" y="3344589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7095" y="33355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14:cNvPr>
              <p14:cNvContentPartPr/>
              <p14:nvPr/>
            </p14:nvContentPartPr>
            <p14:xfrm>
              <a:off x="2033015" y="350082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015" y="3491829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/>
          <p:cNvSpPr/>
          <p:nvPr/>
        </p:nvSpPr>
        <p:spPr>
          <a:xfrm>
            <a:off x="388556" y="1979712"/>
            <a:ext cx="608088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dirty="0">
                <a:latin typeface="Consolas" panose="020B0609020204030204" pitchFamily="49" charset="0"/>
              </a:rPr>
              <a:t>          F            C/E           BbM7</a:t>
            </a:r>
          </a:p>
          <a:p>
            <a:r>
              <a:rPr lang="en-PH" dirty="0">
                <a:latin typeface="Consolas" panose="020B0609020204030204" pitchFamily="49" charset="0"/>
              </a:rPr>
              <a:t>Al – le – </a:t>
            </a:r>
            <a:r>
              <a:rPr lang="en-PH" dirty="0" err="1">
                <a:latin typeface="Consolas" panose="020B0609020204030204" pitchFamily="49" charset="0"/>
              </a:rPr>
              <a:t>lu</a:t>
            </a:r>
            <a:r>
              <a:rPr lang="en-PH" dirty="0">
                <a:latin typeface="Consolas" panose="020B0609020204030204" pitchFamily="49" charset="0"/>
              </a:rPr>
              <a:t>, Al – le – </a:t>
            </a:r>
            <a:r>
              <a:rPr lang="en-PH" dirty="0" err="1">
                <a:latin typeface="Consolas" panose="020B0609020204030204" pitchFamily="49" charset="0"/>
              </a:rPr>
              <a:t>lu</a:t>
            </a:r>
            <a:r>
              <a:rPr lang="en-PH" dirty="0">
                <a:latin typeface="Consolas" panose="020B0609020204030204" pitchFamily="49" charset="0"/>
              </a:rPr>
              <a:t>, Al – le – </a:t>
            </a:r>
            <a:r>
              <a:rPr lang="en-PH" dirty="0" err="1">
                <a:latin typeface="Consolas" panose="020B0609020204030204" pitchFamily="49" charset="0"/>
              </a:rPr>
              <a:t>lu</a:t>
            </a:r>
            <a:r>
              <a:rPr lang="en-PH" dirty="0">
                <a:latin typeface="Consolas" panose="020B0609020204030204" pitchFamily="49" charset="0"/>
              </a:rPr>
              <a:t> – </a:t>
            </a:r>
            <a:r>
              <a:rPr lang="en-PH" dirty="0" err="1">
                <a:latin typeface="Consolas" panose="020B0609020204030204" pitchFamily="49" charset="0"/>
              </a:rPr>
              <a:t>ia</a:t>
            </a:r>
            <a:r>
              <a:rPr lang="en-PH" dirty="0">
                <a:latin typeface="Consolas" panose="020B0609020204030204" pitchFamily="49" charset="0"/>
              </a:rPr>
              <a:t>!</a:t>
            </a:r>
          </a:p>
          <a:p>
            <a:r>
              <a:rPr lang="en-PH" dirty="0">
                <a:latin typeface="Consolas" panose="020B0609020204030204" pitchFamily="49" charset="0"/>
              </a:rPr>
              <a:t>         C4            C7                  F-F7</a:t>
            </a:r>
          </a:p>
          <a:p>
            <a:r>
              <a:rPr lang="en-PH" dirty="0">
                <a:latin typeface="Consolas" panose="020B0609020204030204" pitchFamily="49" charset="0"/>
              </a:rPr>
              <a:t>Al – le – </a:t>
            </a:r>
            <a:r>
              <a:rPr lang="en-PH" dirty="0" err="1">
                <a:latin typeface="Consolas" panose="020B0609020204030204" pitchFamily="49" charset="0"/>
              </a:rPr>
              <a:t>lu</a:t>
            </a:r>
            <a:r>
              <a:rPr lang="en-PH" dirty="0">
                <a:latin typeface="Consolas" panose="020B0609020204030204" pitchFamily="49" charset="0"/>
              </a:rPr>
              <a:t>, Al – le – </a:t>
            </a:r>
            <a:r>
              <a:rPr lang="en-PH" dirty="0" err="1">
                <a:latin typeface="Consolas" panose="020B0609020204030204" pitchFamily="49" charset="0"/>
              </a:rPr>
              <a:t>lu</a:t>
            </a:r>
            <a:r>
              <a:rPr lang="en-PH" dirty="0">
                <a:latin typeface="Consolas" panose="020B0609020204030204" pitchFamily="49" charset="0"/>
              </a:rPr>
              <a:t>, Al – le – </a:t>
            </a:r>
            <a:r>
              <a:rPr lang="en-PH" dirty="0" err="1">
                <a:latin typeface="Consolas" panose="020B0609020204030204" pitchFamily="49" charset="0"/>
              </a:rPr>
              <a:t>lu</a:t>
            </a:r>
            <a:r>
              <a:rPr lang="en-PH" dirty="0">
                <a:latin typeface="Consolas" panose="020B0609020204030204" pitchFamily="49" charset="0"/>
              </a:rPr>
              <a:t> – </a:t>
            </a:r>
            <a:r>
              <a:rPr lang="en-PH" dirty="0" err="1">
                <a:latin typeface="Consolas" panose="020B0609020204030204" pitchFamily="49" charset="0"/>
              </a:rPr>
              <a:t>ia</a:t>
            </a:r>
            <a:r>
              <a:rPr lang="en-PH" dirty="0">
                <a:latin typeface="Consolas" panose="020B0609020204030204" pitchFamily="49" charset="0"/>
              </a:rPr>
              <a:t>!</a:t>
            </a:r>
          </a:p>
          <a:p>
            <a:endParaRPr lang="en-PH" dirty="0">
              <a:latin typeface="Consolas" panose="020B0609020204030204" pitchFamily="49" charset="0"/>
            </a:endParaRPr>
          </a:p>
          <a:p>
            <a:r>
              <a:rPr lang="en-PH" dirty="0">
                <a:latin typeface="Consolas" panose="020B0609020204030204" pitchFamily="49" charset="0"/>
              </a:rPr>
              <a:t>BbM7      C       Am7-Dm           Gm7  C   F</a:t>
            </a:r>
          </a:p>
          <a:p>
            <a:r>
              <a:rPr lang="en-PH" dirty="0">
                <a:latin typeface="Consolas" panose="020B0609020204030204" pitchFamily="49" charset="0"/>
              </a:rPr>
              <a:t>Pu – </a:t>
            </a:r>
            <a:r>
              <a:rPr lang="en-PH" dirty="0" err="1">
                <a:latin typeface="Consolas" panose="020B0609020204030204" pitchFamily="49" charset="0"/>
              </a:rPr>
              <a:t>ri</a:t>
            </a:r>
            <a:r>
              <a:rPr lang="en-PH" dirty="0">
                <a:latin typeface="Consolas" panose="020B0609020204030204" pitchFamily="49" charset="0"/>
              </a:rPr>
              <a:t> – </a:t>
            </a:r>
            <a:r>
              <a:rPr lang="en-PH" dirty="0" err="1">
                <a:latin typeface="Consolas" panose="020B0609020204030204" pitchFamily="49" charset="0"/>
              </a:rPr>
              <a:t>hin</a:t>
            </a:r>
            <a:r>
              <a:rPr lang="en-PH" dirty="0">
                <a:latin typeface="Consolas" panose="020B0609020204030204" pitchFamily="49" charset="0"/>
              </a:rPr>
              <a:t> ang </a:t>
            </a:r>
            <a:r>
              <a:rPr lang="en-PH" dirty="0" err="1">
                <a:latin typeface="Consolas" panose="020B0609020204030204" pitchFamily="49" charset="0"/>
              </a:rPr>
              <a:t>Diyos</a:t>
            </a:r>
            <a:r>
              <a:rPr lang="en-PH" dirty="0">
                <a:latin typeface="Consolas" panose="020B0609020204030204" pitchFamily="49" charset="0"/>
              </a:rPr>
              <a:t>   Al – le – </a:t>
            </a:r>
            <a:r>
              <a:rPr lang="en-PH" dirty="0" err="1">
                <a:latin typeface="Consolas" panose="020B0609020204030204" pitchFamily="49" charset="0"/>
              </a:rPr>
              <a:t>lu</a:t>
            </a:r>
            <a:r>
              <a:rPr lang="en-PH" dirty="0">
                <a:latin typeface="Consolas" panose="020B0609020204030204" pitchFamily="49" charset="0"/>
              </a:rPr>
              <a:t> -–  </a:t>
            </a:r>
            <a:r>
              <a:rPr lang="en-PH" dirty="0" err="1">
                <a:latin typeface="Consolas" panose="020B0609020204030204" pitchFamily="49" charset="0"/>
              </a:rPr>
              <a:t>ia</a:t>
            </a:r>
            <a:r>
              <a:rPr lang="en-PH" dirty="0">
                <a:latin typeface="Consolas" panose="020B0609020204030204" pitchFamily="49" charset="0"/>
              </a:rPr>
              <a:t>! (Repeat)</a:t>
            </a:r>
          </a:p>
          <a:p>
            <a:endParaRPr lang="en-PH" dirty="0">
              <a:latin typeface="Consolas" panose="020B0609020204030204" pitchFamily="49" charset="0"/>
            </a:endParaRPr>
          </a:p>
          <a:p>
            <a:r>
              <a:rPr lang="en-PH" dirty="0">
                <a:latin typeface="Consolas" panose="020B0609020204030204" pitchFamily="49" charset="0"/>
              </a:rPr>
              <a:t>BbM7      C       Am7-Dm           Gm7  C   F</a:t>
            </a:r>
          </a:p>
          <a:p>
            <a:r>
              <a:rPr lang="en-PH" dirty="0">
                <a:latin typeface="Consolas" panose="020B0609020204030204" pitchFamily="49" charset="0"/>
              </a:rPr>
              <a:t>Pu – </a:t>
            </a:r>
            <a:r>
              <a:rPr lang="en-PH" dirty="0" err="1">
                <a:latin typeface="Consolas" panose="020B0609020204030204" pitchFamily="49" charset="0"/>
              </a:rPr>
              <a:t>ri</a:t>
            </a:r>
            <a:r>
              <a:rPr lang="en-PH" dirty="0">
                <a:latin typeface="Consolas" panose="020B0609020204030204" pitchFamily="49" charset="0"/>
              </a:rPr>
              <a:t> – </a:t>
            </a:r>
            <a:r>
              <a:rPr lang="en-PH" dirty="0" err="1">
                <a:latin typeface="Consolas" panose="020B0609020204030204" pitchFamily="49" charset="0"/>
              </a:rPr>
              <a:t>hin</a:t>
            </a:r>
            <a:r>
              <a:rPr lang="en-PH" dirty="0">
                <a:latin typeface="Consolas" panose="020B0609020204030204" pitchFamily="49" charset="0"/>
              </a:rPr>
              <a:t> ang </a:t>
            </a:r>
            <a:r>
              <a:rPr lang="en-PH" dirty="0" err="1">
                <a:latin typeface="Consolas" panose="020B0609020204030204" pitchFamily="49" charset="0"/>
              </a:rPr>
              <a:t>Diyos</a:t>
            </a:r>
            <a:r>
              <a:rPr lang="en-PH" dirty="0">
                <a:latin typeface="Consolas" panose="020B0609020204030204" pitchFamily="49" charset="0"/>
              </a:rPr>
              <a:t>   Al – le – </a:t>
            </a:r>
            <a:r>
              <a:rPr lang="en-PH" dirty="0" err="1">
                <a:latin typeface="Consolas" panose="020B0609020204030204" pitchFamily="49" charset="0"/>
              </a:rPr>
              <a:t>lu</a:t>
            </a:r>
            <a:r>
              <a:rPr lang="en-PH" dirty="0">
                <a:latin typeface="Consolas" panose="020B0609020204030204" pitchFamily="49" charset="0"/>
              </a:rPr>
              <a:t> -–  </a:t>
            </a:r>
            <a:r>
              <a:rPr lang="en-PH" dirty="0" err="1">
                <a:latin typeface="Consolas" panose="020B0609020204030204" pitchFamily="49" charset="0"/>
              </a:rPr>
              <a:t>ia</a:t>
            </a:r>
            <a:r>
              <a:rPr lang="en-PH" dirty="0">
                <a:latin typeface="Consolas" panose="020B0609020204030204" pitchFamily="49" charset="0"/>
              </a:rPr>
              <a:t>!</a:t>
            </a:r>
            <a:endParaRPr lang="en-PH" sz="1400" dirty="0"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8513" y="587129"/>
            <a:ext cx="5003477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100" dirty="0"/>
            </a:br>
            <a:r>
              <a:rPr lang="en-US" dirty="0" err="1"/>
              <a:t>Purihin</a:t>
            </a:r>
            <a:r>
              <a:rPr lang="en-US" dirty="0"/>
              <a:t> Ang </a:t>
            </a:r>
            <a:r>
              <a:rPr lang="en-US" dirty="0" err="1"/>
              <a:t>Diyos</a:t>
            </a:r>
            <a:r>
              <a:rPr lang="en-US" dirty="0"/>
              <a:t> Alleluia</a:t>
            </a:r>
            <a:br>
              <a:rPr lang="en-US" dirty="0"/>
            </a:br>
            <a:r>
              <a:rPr lang="en-US" dirty="0"/>
              <a:t>Intro: BbM7  - C  -  Am7 -  Dm -  Gm7 - C -  F</a:t>
            </a:r>
            <a:br>
              <a:rPr lang="en-US" dirty="0"/>
            </a:br>
            <a:br>
              <a:rPr lang="en-US" dirty="0"/>
            </a:br>
            <a:endParaRPr lang="en-PH" sz="1100" dirty="0"/>
          </a:p>
        </p:txBody>
      </p:sp>
    </p:spTree>
    <p:extLst>
      <p:ext uri="{BB962C8B-B14F-4D97-AF65-F5344CB8AC3E}">
        <p14:creationId xmlns:p14="http://schemas.microsoft.com/office/powerpoint/2010/main" val="101208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4294</TotalTime>
  <Words>119</Words>
  <Application>Microsoft Office PowerPoint</Application>
  <PresentationFormat>On-screen Show (4:3)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X1 C A R B O N</dc:creator>
  <cp:lastModifiedBy>memaphu</cp:lastModifiedBy>
  <cp:revision>1098</cp:revision>
  <cp:lastPrinted>2025-08-10T12:28:04Z</cp:lastPrinted>
  <dcterms:created xsi:type="dcterms:W3CDTF">2023-12-04T11:22:15Z</dcterms:created>
  <dcterms:modified xsi:type="dcterms:W3CDTF">2026-08-22T09:31:38Z</dcterms:modified>
</cp:coreProperties>
</file>