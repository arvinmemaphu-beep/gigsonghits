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4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890" y="1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9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762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854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20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768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79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929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899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816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4069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913469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368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807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082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6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6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196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2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3BC92-9458-4DA9-B543-3677EEA1250C}" type="datetimeFigureOut">
              <a:rPr lang="en-PH" smtClean="0"/>
              <a:t>24/04/2026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4E3F-E595-41B3-A561-F7869EC3BF4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481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621B7E-9965-4E1B-A09A-9159E1007636}"/>
              </a:ext>
            </a:extLst>
          </p:cNvPr>
          <p:cNvSpPr/>
          <p:nvPr/>
        </p:nvSpPr>
        <p:spPr>
          <a:xfrm>
            <a:off x="116632" y="395536"/>
            <a:ext cx="6096000" cy="85561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b="1" dirty="0"/>
              <a:t>Himno Kay San Vicente Ferrer</a:t>
            </a:r>
          </a:p>
          <a:p>
            <a:endParaRPr lang="en-US" sz="1400" dirty="0"/>
          </a:p>
          <a:p>
            <a:r>
              <a:rPr lang="en-US" sz="1400" dirty="0"/>
              <a:t>Intro: F Gm C F C7</a:t>
            </a:r>
          </a:p>
          <a:p>
            <a:endParaRPr lang="en-US" sz="1400" dirty="0"/>
          </a:p>
          <a:p>
            <a:r>
              <a:rPr lang="en-US" sz="1400" dirty="0"/>
              <a:t>                   F           C       Dm</a:t>
            </a:r>
          </a:p>
          <a:p>
            <a:r>
              <a:rPr lang="en-US" sz="1400" dirty="0"/>
              <a:t>O </a:t>
            </a:r>
            <a:r>
              <a:rPr lang="en-US" sz="1400" dirty="0" err="1"/>
              <a:t>Maluwalhating</a:t>
            </a:r>
            <a:r>
              <a:rPr lang="en-US" sz="1400" dirty="0"/>
              <a:t> san Vicente</a:t>
            </a:r>
          </a:p>
          <a:p>
            <a:r>
              <a:rPr lang="en-US" sz="1400" dirty="0"/>
              <a:t>           Gm                          C</a:t>
            </a:r>
          </a:p>
          <a:p>
            <a:r>
              <a:rPr lang="en-US" sz="1400" dirty="0" err="1"/>
              <a:t>sinisinta</a:t>
            </a:r>
            <a:r>
              <a:rPr lang="en-US" sz="1400" dirty="0"/>
              <a:t> naming </a:t>
            </a:r>
            <a:r>
              <a:rPr lang="en-US" sz="1400" dirty="0" err="1"/>
              <a:t>pintakasi</a:t>
            </a:r>
            <a:endParaRPr lang="en-US" sz="1400" dirty="0"/>
          </a:p>
          <a:p>
            <a:r>
              <a:rPr lang="en-US" sz="1400" dirty="0"/>
              <a:t>           Dm           C               Bb            F</a:t>
            </a:r>
          </a:p>
          <a:p>
            <a:r>
              <a:rPr lang="en-US" sz="1400" dirty="0"/>
              <a:t>San Vicente Ferrer, San Vicente Ferrer</a:t>
            </a:r>
          </a:p>
          <a:p>
            <a:r>
              <a:rPr lang="en-US" sz="1400" dirty="0"/>
              <a:t>          Gm                 C                               </a:t>
            </a:r>
            <a:r>
              <a:rPr lang="en-US" sz="1400" dirty="0" err="1"/>
              <a:t>C</a:t>
            </a:r>
            <a:r>
              <a:rPr lang="en-US" sz="1400" dirty="0"/>
              <a:t>     C7</a:t>
            </a:r>
          </a:p>
          <a:p>
            <a:r>
              <a:rPr lang="en-US" sz="1400" dirty="0" err="1"/>
              <a:t>Ipanalangin</a:t>
            </a:r>
            <a:r>
              <a:rPr lang="en-US" sz="1400" dirty="0"/>
              <a:t>, </a:t>
            </a:r>
            <a:r>
              <a:rPr lang="en-US" sz="1400" dirty="0" err="1"/>
              <a:t>ipanalangin</a:t>
            </a:r>
            <a:r>
              <a:rPr lang="en-US" sz="1400" dirty="0"/>
              <a:t> </a:t>
            </a:r>
            <a:r>
              <a:rPr lang="en-US" sz="1400" dirty="0" err="1"/>
              <a:t>mo</a:t>
            </a:r>
            <a:r>
              <a:rPr lang="en-US" sz="1400" dirty="0"/>
              <a:t> kami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Diyos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                   F          C        Dm</a:t>
            </a:r>
          </a:p>
          <a:p>
            <a:r>
              <a:rPr lang="en-US" sz="1400" dirty="0"/>
              <a:t>O </a:t>
            </a:r>
            <a:r>
              <a:rPr lang="en-US" sz="1400" dirty="0" err="1"/>
              <a:t>Maluwalhating</a:t>
            </a:r>
            <a:r>
              <a:rPr lang="en-US" sz="1400" dirty="0"/>
              <a:t> san Vicente</a:t>
            </a:r>
          </a:p>
          <a:p>
            <a:r>
              <a:rPr lang="en-US" sz="1400" dirty="0"/>
              <a:t>           Gm                           C</a:t>
            </a:r>
          </a:p>
          <a:p>
            <a:r>
              <a:rPr lang="en-US" sz="1400" dirty="0" err="1"/>
              <a:t>sinisinta</a:t>
            </a:r>
            <a:r>
              <a:rPr lang="en-US" sz="1400" dirty="0"/>
              <a:t> naming </a:t>
            </a:r>
            <a:r>
              <a:rPr lang="en-US" sz="1400" dirty="0" err="1"/>
              <a:t>pintakasi</a:t>
            </a:r>
            <a:endParaRPr lang="en-US" sz="1400" dirty="0"/>
          </a:p>
          <a:p>
            <a:r>
              <a:rPr lang="en-US" sz="1400" dirty="0"/>
              <a:t>            Dm          C                Bb           F</a:t>
            </a:r>
          </a:p>
          <a:p>
            <a:r>
              <a:rPr lang="en-US" sz="1400" dirty="0"/>
              <a:t>San Vicente Ferrer, San Vicente Ferrer</a:t>
            </a:r>
          </a:p>
          <a:p>
            <a:r>
              <a:rPr lang="en-US" sz="1400" dirty="0"/>
              <a:t>         Gm                 C                                F     C7</a:t>
            </a:r>
          </a:p>
          <a:p>
            <a:r>
              <a:rPr lang="en-US" sz="1400" dirty="0" err="1"/>
              <a:t>Ipanalangin</a:t>
            </a:r>
            <a:r>
              <a:rPr lang="en-US" sz="1400" dirty="0"/>
              <a:t>, </a:t>
            </a:r>
            <a:r>
              <a:rPr lang="en-US" sz="1400" dirty="0" err="1"/>
              <a:t>ipanalangin</a:t>
            </a:r>
            <a:r>
              <a:rPr lang="en-US" sz="1400" dirty="0"/>
              <a:t> </a:t>
            </a:r>
            <a:r>
              <a:rPr lang="en-US" sz="1400" dirty="0" err="1"/>
              <a:t>mo</a:t>
            </a:r>
            <a:r>
              <a:rPr lang="en-US" sz="1400" dirty="0"/>
              <a:t> kami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Diyos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            F             C         Dm</a:t>
            </a:r>
          </a:p>
          <a:p>
            <a:r>
              <a:rPr lang="en-US" sz="1400" dirty="0"/>
              <a:t>Isang paring </a:t>
            </a:r>
            <a:r>
              <a:rPr lang="en-US" sz="1400" dirty="0" err="1"/>
              <a:t>hinirang</a:t>
            </a:r>
            <a:r>
              <a:rPr lang="en-US" sz="1400" dirty="0"/>
              <a:t> ng </a:t>
            </a:r>
            <a:r>
              <a:rPr lang="en-US" sz="1400" dirty="0" err="1"/>
              <a:t>Diyos</a:t>
            </a:r>
            <a:endParaRPr lang="en-US" sz="1400" dirty="0"/>
          </a:p>
          <a:p>
            <a:r>
              <a:rPr lang="en-US" sz="1400" dirty="0"/>
              <a:t>         Bb             Gm           C</a:t>
            </a:r>
          </a:p>
          <a:p>
            <a:r>
              <a:rPr lang="en-US" sz="1400" dirty="0" err="1"/>
              <a:t>Hinatid</a:t>
            </a:r>
            <a:r>
              <a:rPr lang="en-US" sz="1400" dirty="0"/>
              <a:t> ang </a:t>
            </a:r>
            <a:r>
              <a:rPr lang="en-US" sz="1400" dirty="0" err="1"/>
              <a:t>mabuting</a:t>
            </a:r>
            <a:r>
              <a:rPr lang="en-US" sz="1400" dirty="0"/>
              <a:t> </a:t>
            </a:r>
            <a:r>
              <a:rPr lang="en-US" sz="1400" dirty="0" err="1"/>
              <a:t>balita</a:t>
            </a:r>
            <a:endParaRPr lang="en-US" sz="1400" dirty="0"/>
          </a:p>
          <a:p>
            <a:r>
              <a:rPr lang="en-US" sz="1400" dirty="0"/>
              <a:t>       Am          A          Dm</a:t>
            </a:r>
          </a:p>
          <a:p>
            <a:r>
              <a:rPr lang="en-US" sz="1400" dirty="0" err="1"/>
              <a:t>Ibinahagi</a:t>
            </a:r>
            <a:r>
              <a:rPr lang="en-US" sz="1400" dirty="0"/>
              <a:t> </a:t>
            </a:r>
            <a:r>
              <a:rPr lang="en-US" sz="1400" dirty="0" err="1"/>
              <a:t>Kanyang</a:t>
            </a:r>
            <a:r>
              <a:rPr lang="en-US" sz="1400" dirty="0"/>
              <a:t> </a:t>
            </a:r>
            <a:r>
              <a:rPr lang="en-US" sz="1400" dirty="0" err="1"/>
              <a:t>salita</a:t>
            </a:r>
            <a:endParaRPr lang="en-US" sz="1400" dirty="0"/>
          </a:p>
          <a:p>
            <a:r>
              <a:rPr lang="en-US" sz="1400" dirty="0"/>
              <a:t>                   Gm                     C    C7</a:t>
            </a:r>
          </a:p>
          <a:p>
            <a:r>
              <a:rPr lang="en-US" sz="1400" dirty="0" err="1"/>
              <a:t>Walang</a:t>
            </a:r>
            <a:r>
              <a:rPr lang="en-US" sz="1400" dirty="0"/>
              <a:t> </a:t>
            </a:r>
            <a:r>
              <a:rPr lang="en-US" sz="1400" dirty="0" err="1"/>
              <a:t>humpay</a:t>
            </a:r>
            <a:r>
              <a:rPr lang="en-US" sz="1400" dirty="0"/>
              <a:t> at </a:t>
            </a:r>
            <a:r>
              <a:rPr lang="en-US" sz="1400" dirty="0" err="1"/>
              <a:t>walang</a:t>
            </a:r>
            <a:r>
              <a:rPr lang="en-US" sz="1400" dirty="0"/>
              <a:t> </a:t>
            </a:r>
            <a:r>
              <a:rPr lang="en-US" sz="1400" dirty="0" err="1"/>
              <a:t>patid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    F               C       Dm</a:t>
            </a:r>
          </a:p>
          <a:p>
            <a:r>
              <a:rPr lang="en-US" sz="1400" dirty="0"/>
              <a:t>Ang </a:t>
            </a:r>
            <a:r>
              <a:rPr lang="en-US" sz="1400" dirty="0" err="1"/>
              <a:t>dila</a:t>
            </a:r>
            <a:r>
              <a:rPr lang="en-US" sz="1400" dirty="0"/>
              <a:t> </a:t>
            </a:r>
            <a:r>
              <a:rPr lang="en-US" sz="1400" dirty="0" err="1"/>
              <a:t>mo</a:t>
            </a:r>
            <a:r>
              <a:rPr lang="en-US" sz="1400" dirty="0"/>
              <a:t> ay waring </a:t>
            </a:r>
            <a:r>
              <a:rPr lang="en-US" sz="1400" dirty="0" err="1"/>
              <a:t>isang</a:t>
            </a:r>
            <a:r>
              <a:rPr lang="en-US" sz="1400" dirty="0"/>
              <a:t> </a:t>
            </a:r>
            <a:r>
              <a:rPr lang="en-US" sz="1400" dirty="0" err="1"/>
              <a:t>punyal</a:t>
            </a:r>
            <a:endParaRPr lang="en-US" sz="1400" dirty="0"/>
          </a:p>
          <a:p>
            <a:r>
              <a:rPr lang="en-US" sz="1400" dirty="0"/>
              <a:t>         Bb         Gm            C</a:t>
            </a:r>
          </a:p>
          <a:p>
            <a:r>
              <a:rPr lang="en-US" sz="1400" dirty="0" err="1"/>
              <a:t>Dala</a:t>
            </a:r>
            <a:r>
              <a:rPr lang="en-US" sz="1400" dirty="0"/>
              <a:t> ay </a:t>
            </a:r>
            <a:r>
              <a:rPr lang="en-US" sz="1400" dirty="0" err="1"/>
              <a:t>kaligtasan</a:t>
            </a:r>
            <a:r>
              <a:rPr lang="en-US" sz="1400" dirty="0"/>
              <a:t> at </a:t>
            </a:r>
            <a:r>
              <a:rPr lang="en-US" sz="1400" dirty="0" err="1"/>
              <a:t>biyaya</a:t>
            </a:r>
            <a:endParaRPr lang="en-US" sz="1400" dirty="0"/>
          </a:p>
          <a:p>
            <a:r>
              <a:rPr lang="en-US" sz="1400" dirty="0"/>
              <a:t>                 Am      A        Dm</a:t>
            </a:r>
          </a:p>
          <a:p>
            <a:r>
              <a:rPr lang="en-US" sz="1400" dirty="0" err="1"/>
              <a:t>Talim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nanunuot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puso</a:t>
            </a:r>
            <a:r>
              <a:rPr lang="en-US" sz="1400" dirty="0"/>
              <a:t> </a:t>
            </a:r>
          </a:p>
          <a:p>
            <a:r>
              <a:rPr lang="en-US" sz="1400" dirty="0"/>
              <a:t>                           Gm                     C      C7</a:t>
            </a:r>
          </a:p>
          <a:p>
            <a:r>
              <a:rPr lang="en-US" sz="1400" dirty="0"/>
              <a:t>Nang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Diyos</a:t>
            </a:r>
            <a:r>
              <a:rPr lang="en-US" sz="1400" dirty="0"/>
              <a:t> ang </a:t>
            </a:r>
            <a:r>
              <a:rPr lang="en-US" sz="1400" dirty="0" err="1"/>
              <a:t>lahat</a:t>
            </a:r>
            <a:r>
              <a:rPr lang="en-US" sz="1400" dirty="0"/>
              <a:t> ay </a:t>
            </a:r>
            <a:r>
              <a:rPr lang="en-US" sz="1400" dirty="0" err="1"/>
              <a:t>tumungo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429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163</Words>
  <Application>Microsoft Office PowerPoint</Application>
  <PresentationFormat>On-screen Show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memaphu</dc:creator>
  <cp:lastModifiedBy>memaphu</cp:lastModifiedBy>
  <cp:revision>211</cp:revision>
  <cp:lastPrinted>2025-05-03T14:40:18Z</cp:lastPrinted>
  <dcterms:created xsi:type="dcterms:W3CDTF">2024-11-05T11:43:05Z</dcterms:created>
  <dcterms:modified xsi:type="dcterms:W3CDTF">2026-04-24T07:33:10Z</dcterms:modified>
</cp:coreProperties>
</file>