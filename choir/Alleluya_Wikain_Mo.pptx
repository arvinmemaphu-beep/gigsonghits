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9" r:id="rId2"/>
  </p:sldIdLst>
  <p:sldSz cx="6858000" cy="9144000" type="screen4x3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B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704" autoAdjust="0"/>
  </p:normalViewPr>
  <p:slideViewPr>
    <p:cSldViewPr>
      <p:cViewPr varScale="1">
        <p:scale>
          <a:sx n="60" d="100"/>
          <a:sy n="60" d="100"/>
        </p:scale>
        <p:origin x="1890" y="7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09.3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14.64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2:06.3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  <inkml:trace contextRef="#ctx0" brushRef="#br0" timeOffset="642.654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3:17.3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2:36.9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4:42.9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6.8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2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9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  <inkml:trace contextRef="#ctx0" brushRef="#br0" timeOffset="559.203">0 0</inkml:trace>
  <inkml:trace contextRef="#ctx0" brushRef="#br0" timeOffset="825.848">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22.9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4:32.3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5:20.62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36:08.5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8.66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9.1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FFB96-7CAF-4705-B1CF-0AF32BDAC094}" type="datetimeFigureOut">
              <a:rPr lang="en-PH" smtClean="0"/>
              <a:t>31/10/2025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30413" y="746125"/>
            <a:ext cx="2797175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84C93-C01A-4170-85F8-A6CAB7D614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4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84C93-C01A-4170-85F8-A6CAB7D614F9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15759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31/10/2025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298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31/10/2025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614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31/10/2025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698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31/10/2025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5892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31/10/2025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1139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31/10/2025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6515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31/10/2025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085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31/10/2025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997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31/10/2025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346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31/10/2025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5141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31/10/2025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9410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0CD76-9429-49A7-8D2E-1EFADDD526D0}" type="datetimeFigureOut">
              <a:rPr lang="en-PH" smtClean="0"/>
              <a:t>31/10/2025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4752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customXml" Target="../ink/ink8.xml"/><Relationship Id="rId18" Type="http://schemas.openxmlformats.org/officeDocument/2006/relationships/customXml" Target="../ink/ink11.xml"/><Relationship Id="rId3" Type="http://schemas.openxmlformats.org/officeDocument/2006/relationships/customXml" Target="../ink/ink1.xml"/><Relationship Id="rId21" Type="http://schemas.openxmlformats.org/officeDocument/2006/relationships/customXml" Target="../ink/ink14.xml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.png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.png"/><Relationship Id="rId10" Type="http://schemas.openxmlformats.org/officeDocument/2006/relationships/customXml" Target="../ink/ink5.xml"/><Relationship Id="rId19" Type="http://schemas.openxmlformats.org/officeDocument/2006/relationships/customXml" Target="../ink/ink12.xml"/><Relationship Id="rId9" Type="http://schemas.openxmlformats.org/officeDocument/2006/relationships/customXml" Target="../ink/ink4.xml"/><Relationship Id="rId14" Type="http://schemas.openxmlformats.org/officeDocument/2006/relationships/customXml" Target="../ink/ink9.xml"/><Relationship Id="rId22" Type="http://schemas.openxmlformats.org/officeDocument/2006/relationships/customXml" Target="../ink/ink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8584" y="1825513"/>
            <a:ext cx="6340832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[Intro]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E G#m7 A B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[Verse 1]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E  G#m7 A    B  </a:t>
            </a:r>
            <a:r>
              <a:rPr lang="en-US" sz="1600" dirty="0" err="1">
                <a:latin typeface="Consolas" panose="020B0609020204030204" pitchFamily="49" charset="0"/>
              </a:rPr>
              <a:t>C#m</a:t>
            </a:r>
            <a:r>
              <a:rPr lang="en-US" sz="1600" dirty="0">
                <a:latin typeface="Consolas" panose="020B0609020204030204" pitchFamily="49" charset="0"/>
              </a:rPr>
              <a:t>    F#     A       B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Aleluya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aleluya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Wikain</a:t>
            </a:r>
            <a:r>
              <a:rPr lang="en-US" sz="1600" dirty="0">
                <a:latin typeface="Consolas" panose="020B0609020204030204" pitchFamily="49" charset="0"/>
              </a:rPr>
              <a:t> Mo, Poon </a:t>
            </a:r>
            <a:r>
              <a:rPr lang="en-US" sz="1600" dirty="0" err="1">
                <a:latin typeface="Consolas" panose="020B0609020204030204" pitchFamily="49" charset="0"/>
              </a:rPr>
              <a:t>nakikinig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ako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G#m7 </a:t>
            </a:r>
            <a:r>
              <a:rPr lang="en-US" sz="1600" dirty="0" err="1">
                <a:latin typeface="Consolas" panose="020B0609020204030204" pitchFamily="49" charset="0"/>
              </a:rPr>
              <a:t>C#m</a:t>
            </a:r>
            <a:r>
              <a:rPr lang="en-US" sz="1600" dirty="0">
                <a:latin typeface="Consolas" panose="020B0609020204030204" pitchFamily="49" charset="0"/>
              </a:rPr>
              <a:t> F#m7    B      G#m7 C#m7 F#m7    B E   C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Sa </a:t>
            </a:r>
            <a:r>
              <a:rPr lang="en-US" sz="1600" dirty="0" err="1">
                <a:latin typeface="Consolas" panose="020B0609020204030204" pitchFamily="49" charset="0"/>
              </a:rPr>
              <a:t>Iyong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mga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Salita</a:t>
            </a:r>
            <a:r>
              <a:rPr lang="en-US" sz="1600" dirty="0">
                <a:latin typeface="Consolas" panose="020B0609020204030204" pitchFamily="49" charset="0"/>
              </a:rPr>
              <a:t>. </a:t>
            </a:r>
            <a:r>
              <a:rPr lang="en-US" sz="1600" dirty="0" err="1">
                <a:latin typeface="Consolas" panose="020B0609020204030204" pitchFamily="49" charset="0"/>
              </a:rPr>
              <a:t>Aleluya</a:t>
            </a:r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dirty="0" err="1">
                <a:latin typeface="Consolas" panose="020B0609020204030204" pitchFamily="49" charset="0"/>
              </a:rPr>
              <a:t>aleluya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aleluya</a:t>
            </a:r>
            <a:r>
              <a:rPr lang="en-US" sz="1600" dirty="0">
                <a:latin typeface="Consolas" panose="020B0609020204030204" pitchFamily="49" charset="0"/>
              </a:rPr>
              <a:t>.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[Transpose]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F  Am   Bb   C  Dm     G     Bb       C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Aleluya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aleluya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Wikain</a:t>
            </a:r>
            <a:r>
              <a:rPr lang="en-US" sz="1600" dirty="0">
                <a:latin typeface="Consolas" panose="020B0609020204030204" pitchFamily="49" charset="0"/>
              </a:rPr>
              <a:t> Mo, Poon </a:t>
            </a:r>
            <a:r>
              <a:rPr lang="en-US" sz="1600" dirty="0" err="1">
                <a:latin typeface="Consolas" panose="020B0609020204030204" pitchFamily="49" charset="0"/>
              </a:rPr>
              <a:t>nakikinig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ako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Am7 Dm    Gm7    C      Am7  Dm   Gm7     C F  Bb F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Sa </a:t>
            </a:r>
            <a:r>
              <a:rPr lang="en-US" sz="1600" dirty="0" err="1">
                <a:latin typeface="Consolas" panose="020B0609020204030204" pitchFamily="49" charset="0"/>
              </a:rPr>
              <a:t>Iyong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mga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Salita</a:t>
            </a:r>
            <a:r>
              <a:rPr lang="en-US" sz="1600" dirty="0">
                <a:latin typeface="Consolas" panose="020B0609020204030204" pitchFamily="49" charset="0"/>
              </a:rPr>
              <a:t>. </a:t>
            </a:r>
            <a:r>
              <a:rPr lang="en-US" sz="1600" dirty="0" err="1">
                <a:latin typeface="Consolas" panose="020B0609020204030204" pitchFamily="49" charset="0"/>
              </a:rPr>
              <a:t>Aleluya</a:t>
            </a:r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dirty="0" err="1">
                <a:latin typeface="Consolas" panose="020B0609020204030204" pitchFamily="49" charset="0"/>
              </a:rPr>
              <a:t>aleluya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aleluya</a:t>
            </a:r>
            <a:r>
              <a:rPr lang="en-US" sz="1600" dirty="0">
                <a:latin typeface="Consolas" panose="020B0609020204030204" pitchFamily="49" charset="0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14:cNvPr>
              <p14:cNvContentPartPr/>
              <p14:nvPr/>
            </p14:nvContentPartPr>
            <p14:xfrm>
              <a:off x="2918631" y="3341151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9631" y="333215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14:cNvPr>
              <p14:cNvContentPartPr/>
              <p14:nvPr/>
            </p14:nvContentPartPr>
            <p14:xfrm>
              <a:off x="5321991" y="3786471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2991" y="37774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14:cNvPr>
              <p14:cNvContentPartPr/>
              <p14:nvPr/>
            </p14:nvContentPartPr>
            <p14:xfrm>
              <a:off x="8651271" y="5521311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42271" y="55123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14:cNvPr>
              <p14:cNvContentPartPr/>
              <p14:nvPr/>
            </p14:nvContentPartPr>
            <p14:xfrm>
              <a:off x="-1793769" y="5756031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802769" y="57470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14:cNvPr>
              <p14:cNvContentPartPr/>
              <p14:nvPr/>
            </p14:nvContentPartPr>
            <p14:xfrm>
              <a:off x="1863831" y="6459111"/>
              <a:ext cx="36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4831" y="6450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14:cNvPr>
              <p14:cNvContentPartPr/>
              <p14:nvPr/>
            </p14:nvContentPartPr>
            <p14:xfrm>
              <a:off x="-2040009" y="6342111"/>
              <a:ext cx="360" cy="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049009" y="6333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14:cNvPr>
              <p14:cNvContentPartPr/>
              <p14:nvPr/>
            </p14:nvContentPartPr>
            <p14:xfrm>
              <a:off x="1336431" y="6986871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7431" y="69778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14:cNvPr>
              <p14:cNvContentPartPr/>
              <p14:nvPr/>
            </p14:nvContentPartPr>
            <p14:xfrm>
              <a:off x="1289631" y="6400431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0631" y="63914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14:cNvPr>
              <p14:cNvContentPartPr/>
              <p14:nvPr/>
            </p14:nvContentPartPr>
            <p14:xfrm>
              <a:off x="1723431" y="5919831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14431" y="59108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14:cNvPr>
              <p14:cNvContentPartPr/>
              <p14:nvPr/>
            </p14:nvContentPartPr>
            <p14:xfrm>
              <a:off x="-1125609" y="2285631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34609" y="22766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14:cNvPr>
              <p14:cNvContentPartPr/>
              <p14:nvPr/>
            </p14:nvContentPartPr>
            <p14:xfrm>
              <a:off x="7715250" y="586350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06250" y="58545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14:cNvPr>
              <p14:cNvContentPartPr/>
              <p14:nvPr/>
            </p14:nvContentPartPr>
            <p14:xfrm>
              <a:off x="7132050" y="4514580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23050" y="45055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14:cNvPr>
              <p14:cNvContentPartPr/>
              <p14:nvPr/>
            </p14:nvContentPartPr>
            <p14:xfrm>
              <a:off x="7486650" y="453753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77650" y="45285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14:cNvPr>
              <p14:cNvContentPartPr/>
              <p14:nvPr/>
            </p14:nvContentPartPr>
            <p14:xfrm>
              <a:off x="2286095" y="3344589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77095" y="333558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14:cNvPr>
              <p14:cNvContentPartPr/>
              <p14:nvPr/>
            </p14:nvContentPartPr>
            <p14:xfrm>
              <a:off x="2033015" y="350082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24015" y="3491829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EE4D0AC-F38C-4074-9BDB-6942067D0784}"/>
              </a:ext>
            </a:extLst>
          </p:cNvPr>
          <p:cNvSpPr/>
          <p:nvPr/>
        </p:nvSpPr>
        <p:spPr>
          <a:xfrm>
            <a:off x="530645" y="392791"/>
            <a:ext cx="26663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Roboto"/>
              </a:rPr>
              <a:t>ALELUYA (</a:t>
            </a:r>
            <a:r>
              <a:rPr lang="en-US" b="1" dirty="0" err="1">
                <a:latin typeface="Roboto"/>
              </a:rPr>
              <a:t>Wikain</a:t>
            </a:r>
            <a:r>
              <a:rPr lang="en-US" b="1" dirty="0">
                <a:latin typeface="Roboto"/>
              </a:rPr>
              <a:t> Mo) </a:t>
            </a:r>
            <a:endParaRPr lang="en-US" b="1" i="0" dirty="0">
              <a:effectLst/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012087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4022</TotalTime>
  <Words>113</Words>
  <Application>Microsoft Office PowerPoint</Application>
  <PresentationFormat>On-screen Show (4:3)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Consolas</vt:lpstr>
      <vt:lpstr>Roboto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X1 C A R B O N</dc:creator>
  <cp:lastModifiedBy>memaphu</cp:lastModifiedBy>
  <cp:revision>1021</cp:revision>
  <cp:lastPrinted>2025-10-31T07:03:09Z</cp:lastPrinted>
  <dcterms:created xsi:type="dcterms:W3CDTF">2023-12-04T11:22:15Z</dcterms:created>
  <dcterms:modified xsi:type="dcterms:W3CDTF">2025-10-31T07:03:10Z</dcterms:modified>
</cp:coreProperties>
</file>