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2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9" r:id="rId2"/>
    <p:sldId id="290" r:id="rId3"/>
  </p:sldIdLst>
  <p:sldSz cx="6858000" cy="9144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04" autoAdjust="0"/>
  </p:normalViewPr>
  <p:slideViewPr>
    <p:cSldViewPr>
      <p:cViewPr varScale="1">
        <p:scale>
          <a:sx n="60" d="100"/>
          <a:sy n="60" d="100"/>
        </p:scale>
        <p:origin x="1890" y="7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09.3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0:14.64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2:06.35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  <inkml:trace contextRef="#ctx0" brushRef="#br0" timeOffset="642.654">1 1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23:17.33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2:36.9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4:42.91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6.82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2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18.98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  <inkml:trace contextRef="#ctx0" brushRef="#br0" timeOffset="559.203">0 0</inkml:trace>
  <inkml:trace contextRef="#ctx0" brushRef="#br0" timeOffset="825.848">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1T14:45:22.93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4:32.3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15:20.6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03:36:08.5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8.66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5T10:41:29.1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FFB96-7CAF-4705-B1CF-0AF32BDAC094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0413" y="746125"/>
            <a:ext cx="2797175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4C93-C01A-4170-85F8-A6CAB7D614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5759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4C93-C01A-4170-85F8-A6CAB7D614F9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001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298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61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9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892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13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6515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08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99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346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14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941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D76-9429-49A7-8D2E-1EFADDD526D0}" type="datetimeFigureOut">
              <a:rPr lang="en-PH" smtClean="0"/>
              <a:t>14/08/2026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60FE5-FB99-4EF0-BF6D-466848F2F14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4752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pn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.png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ustomXml" Target="../ink/ink23.xml"/><Relationship Id="rId18" Type="http://schemas.openxmlformats.org/officeDocument/2006/relationships/customXml" Target="../ink/ink26.xml"/><Relationship Id="rId3" Type="http://schemas.openxmlformats.org/officeDocument/2006/relationships/customXml" Target="../ink/ink16.xml"/><Relationship Id="rId21" Type="http://schemas.openxmlformats.org/officeDocument/2006/relationships/customXml" Target="../ink/ink29.xml"/><Relationship Id="rId7" Type="http://schemas.openxmlformats.org/officeDocument/2006/relationships/customXml" Target="../ink/ink18.xml"/><Relationship Id="rId12" Type="http://schemas.openxmlformats.org/officeDocument/2006/relationships/customXml" Target="../ink/ink22.xml"/><Relationship Id="rId17" Type="http://schemas.openxmlformats.org/officeDocument/2006/relationships/customXml" Target="../ink/ink25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.png"/><Relationship Id="rId20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customXml" Target="../ink/ink21.xml"/><Relationship Id="rId5" Type="http://schemas.openxmlformats.org/officeDocument/2006/relationships/image" Target="../media/image1.png"/><Relationship Id="rId10" Type="http://schemas.openxmlformats.org/officeDocument/2006/relationships/customXml" Target="../ink/ink20.xml"/><Relationship Id="rId19" Type="http://schemas.openxmlformats.org/officeDocument/2006/relationships/customXml" Target="../ink/ink27.xml"/><Relationship Id="rId9" Type="http://schemas.openxmlformats.org/officeDocument/2006/relationships/customXml" Target="../ink/ink19.xml"/><Relationship Id="rId14" Type="http://schemas.openxmlformats.org/officeDocument/2006/relationships/customXml" Target="../ink/ink24.xml"/><Relationship Id="rId22" Type="http://schemas.openxmlformats.org/officeDocument/2006/relationships/customXml" Target="../ink/ink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2736" y="1043608"/>
            <a:ext cx="527628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Panginoon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Kaawan</a:t>
            </a:r>
            <a:r>
              <a:rPr lang="en-US" dirty="0">
                <a:latin typeface="Consolas" panose="020B0609020204030204" pitchFamily="49" charset="0"/>
              </a:rPr>
              <a:t> Mo Kami</a:t>
            </a:r>
          </a:p>
          <a:p>
            <a:r>
              <a:rPr lang="en-US" b="1" dirty="0">
                <a:latin typeface="Consolas" panose="020B0609020204030204" pitchFamily="49" charset="0"/>
              </a:rPr>
              <a:t> Fr. Allan Antonio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[Intro]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D A/C# G A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D      A/C#   G         A</a:t>
            </a:r>
          </a:p>
          <a:p>
            <a:r>
              <a:rPr lang="en-US" dirty="0" err="1">
                <a:latin typeface="Consolas" panose="020B0609020204030204" pitchFamily="49" charset="0"/>
              </a:rPr>
              <a:t>Panginoon</a:t>
            </a: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Kaawaan</a:t>
            </a:r>
            <a:r>
              <a:rPr lang="en-US" dirty="0">
                <a:latin typeface="Consolas" panose="020B0609020204030204" pitchFamily="49" charset="0"/>
              </a:rPr>
              <a:t> Mo kami</a:t>
            </a:r>
          </a:p>
          <a:p>
            <a:r>
              <a:rPr lang="en-US" dirty="0">
                <a:latin typeface="Consolas" panose="020B0609020204030204" pitchFamily="49" charset="0"/>
              </a:rPr>
              <a:t>D      A/C#   G         A</a:t>
            </a:r>
          </a:p>
          <a:p>
            <a:r>
              <a:rPr lang="en-US" dirty="0" err="1">
                <a:latin typeface="Consolas" panose="020B0609020204030204" pitchFamily="49" charset="0"/>
              </a:rPr>
              <a:t>Panginoon</a:t>
            </a: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Kaawaan</a:t>
            </a:r>
            <a:r>
              <a:rPr lang="en-US" dirty="0">
                <a:latin typeface="Consolas" panose="020B0609020204030204" pitchFamily="49" charset="0"/>
              </a:rPr>
              <a:t> Mo kami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 err="1">
                <a:latin typeface="Consolas" panose="020B0609020204030204" pitchFamily="49" charset="0"/>
              </a:rPr>
              <a:t>Bm</a:t>
            </a:r>
            <a:r>
              <a:rPr lang="en-US" dirty="0">
                <a:latin typeface="Consolas" panose="020B0609020204030204" pitchFamily="49" charset="0"/>
              </a:rPr>
              <a:t>         </a:t>
            </a:r>
            <a:r>
              <a:rPr lang="en-US" dirty="0" err="1">
                <a:latin typeface="Consolas" panose="020B0609020204030204" pitchFamily="49" charset="0"/>
              </a:rPr>
              <a:t>F#m</a:t>
            </a:r>
            <a:r>
              <a:rPr lang="en-US" dirty="0">
                <a:latin typeface="Consolas" panose="020B0609020204030204" pitchFamily="49" charset="0"/>
              </a:rPr>
              <a:t>   G    A</a:t>
            </a:r>
          </a:p>
          <a:p>
            <a:r>
              <a:rPr lang="en-US" dirty="0" err="1">
                <a:latin typeface="Consolas" panose="020B0609020204030204" pitchFamily="49" charset="0"/>
              </a:rPr>
              <a:t>Kristo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kaawaan</a:t>
            </a:r>
            <a:r>
              <a:rPr lang="en-US" dirty="0">
                <a:latin typeface="Consolas" panose="020B0609020204030204" pitchFamily="49" charset="0"/>
              </a:rPr>
              <a:t>  Mo kami.</a:t>
            </a:r>
          </a:p>
          <a:p>
            <a:r>
              <a:rPr lang="en-US" dirty="0" err="1">
                <a:latin typeface="Consolas" panose="020B0609020204030204" pitchFamily="49" charset="0"/>
              </a:rPr>
              <a:t>Bm</a:t>
            </a:r>
            <a:r>
              <a:rPr lang="en-US" dirty="0">
                <a:latin typeface="Consolas" panose="020B0609020204030204" pitchFamily="49" charset="0"/>
              </a:rPr>
              <a:t>         </a:t>
            </a:r>
            <a:r>
              <a:rPr lang="en-US" dirty="0" err="1">
                <a:latin typeface="Consolas" panose="020B0609020204030204" pitchFamily="49" charset="0"/>
              </a:rPr>
              <a:t>F#m</a:t>
            </a:r>
            <a:r>
              <a:rPr lang="en-US" dirty="0">
                <a:latin typeface="Consolas" panose="020B0609020204030204" pitchFamily="49" charset="0"/>
              </a:rPr>
              <a:t>   G    A  B</a:t>
            </a:r>
          </a:p>
          <a:p>
            <a:r>
              <a:rPr lang="en-US" dirty="0" err="1">
                <a:latin typeface="Consolas" panose="020B0609020204030204" pitchFamily="49" charset="0"/>
              </a:rPr>
              <a:t>Kristo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kaawaan</a:t>
            </a:r>
            <a:r>
              <a:rPr lang="en-US" dirty="0">
                <a:latin typeface="Consolas" panose="020B0609020204030204" pitchFamily="49" charset="0"/>
              </a:rPr>
              <a:t>  Mo kami.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</a:rPr>
              <a:t>E     B       A         </a:t>
            </a:r>
            <a:r>
              <a:rPr lang="en-US" dirty="0" err="1">
                <a:latin typeface="Consolas" panose="020B0609020204030204" pitchFamily="49" charset="0"/>
              </a:rPr>
              <a:t>Bsus</a:t>
            </a:r>
            <a:r>
              <a:rPr lang="en-US" dirty="0">
                <a:latin typeface="Consolas" panose="020B0609020204030204" pitchFamily="49" charset="0"/>
              </a:rPr>
              <a:t> B</a:t>
            </a:r>
          </a:p>
          <a:p>
            <a:r>
              <a:rPr lang="en-US" dirty="0" err="1">
                <a:latin typeface="Consolas" panose="020B0609020204030204" pitchFamily="49" charset="0"/>
              </a:rPr>
              <a:t>Panginoon</a:t>
            </a: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Kaawaan</a:t>
            </a:r>
            <a:r>
              <a:rPr lang="en-US" dirty="0">
                <a:latin typeface="Consolas" panose="020B0609020204030204" pitchFamily="49" charset="0"/>
              </a:rPr>
              <a:t> Mo kami</a:t>
            </a:r>
          </a:p>
          <a:p>
            <a:r>
              <a:rPr lang="en-US" dirty="0">
                <a:latin typeface="Consolas" panose="020B0609020204030204" pitchFamily="49" charset="0"/>
              </a:rPr>
              <a:t>E     B       A    B    E</a:t>
            </a:r>
          </a:p>
          <a:p>
            <a:r>
              <a:rPr lang="en-US" dirty="0" err="1">
                <a:latin typeface="Consolas" panose="020B0609020204030204" pitchFamily="49" charset="0"/>
              </a:rPr>
              <a:t>Panginoon</a:t>
            </a: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Kaawaan</a:t>
            </a:r>
            <a:r>
              <a:rPr lang="en-US" dirty="0">
                <a:latin typeface="Consolas" panose="020B0609020204030204" pitchFamily="49" charset="0"/>
              </a:rPr>
              <a:t> Mo kami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2087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7358" y="1262925"/>
            <a:ext cx="527628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Panginoon</a:t>
            </a:r>
            <a:r>
              <a:rPr lang="en-US" dirty="0"/>
              <a:t> </a:t>
            </a:r>
            <a:r>
              <a:rPr lang="en-US" dirty="0" err="1"/>
              <a:t>Kaawan</a:t>
            </a:r>
            <a:r>
              <a:rPr lang="en-US" dirty="0"/>
              <a:t> Mo Kami</a:t>
            </a:r>
          </a:p>
          <a:p>
            <a:r>
              <a:rPr lang="en-US" dirty="0"/>
              <a:t>Misa Delgado Book 3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[Intro] (</a:t>
            </a:r>
            <a:r>
              <a:rPr lang="en-US" dirty="0" err="1"/>
              <a:t>Pwede</a:t>
            </a:r>
            <a:r>
              <a:rPr lang="en-US" dirty="0"/>
              <a:t> mag Capo #1)</a:t>
            </a:r>
          </a:p>
          <a:p>
            <a:r>
              <a:rPr lang="en-US"/>
              <a:t>C  D-G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[Verse]</a:t>
            </a:r>
          </a:p>
          <a:p>
            <a:r>
              <a:rPr lang="en-US" dirty="0" err="1"/>
              <a:t>Em</a:t>
            </a:r>
            <a:r>
              <a:rPr lang="en-US" dirty="0"/>
              <a:t>         D      C                  G</a:t>
            </a:r>
          </a:p>
          <a:p>
            <a:r>
              <a:rPr lang="en-US" dirty="0" err="1"/>
              <a:t>Panginoon</a:t>
            </a:r>
            <a:r>
              <a:rPr lang="en-US" dirty="0"/>
              <a:t>  </a:t>
            </a:r>
            <a:r>
              <a:rPr lang="en-US" dirty="0" err="1"/>
              <a:t>kaawaan</a:t>
            </a:r>
            <a:r>
              <a:rPr lang="en-US" dirty="0"/>
              <a:t> Mo kami</a:t>
            </a:r>
          </a:p>
          <a:p>
            <a:r>
              <a:rPr lang="en-US" dirty="0"/>
              <a:t>Am         G    C                      D</a:t>
            </a:r>
          </a:p>
          <a:p>
            <a:r>
              <a:rPr lang="en-US" dirty="0" err="1"/>
              <a:t>Panginoon</a:t>
            </a:r>
            <a:r>
              <a:rPr lang="en-US" dirty="0"/>
              <a:t>  </a:t>
            </a:r>
            <a:r>
              <a:rPr lang="en-US" dirty="0" err="1"/>
              <a:t>kaawaan</a:t>
            </a:r>
            <a:r>
              <a:rPr lang="en-US" dirty="0"/>
              <a:t> Mo kami</a:t>
            </a:r>
          </a:p>
          <a:p>
            <a:r>
              <a:rPr lang="en-US" dirty="0" err="1"/>
              <a:t>Em</a:t>
            </a:r>
            <a:r>
              <a:rPr lang="en-US" dirty="0"/>
              <a:t>   D      C                 G</a:t>
            </a:r>
          </a:p>
          <a:p>
            <a:r>
              <a:rPr lang="en-US" dirty="0"/>
              <a:t>Kris-to </a:t>
            </a:r>
            <a:r>
              <a:rPr lang="en-US" dirty="0" err="1"/>
              <a:t>kaawaan</a:t>
            </a:r>
            <a:r>
              <a:rPr lang="en-US" dirty="0"/>
              <a:t> Mo kami</a:t>
            </a:r>
          </a:p>
          <a:p>
            <a:r>
              <a:rPr lang="en-US" dirty="0"/>
              <a:t>Am  G      C                  D</a:t>
            </a:r>
          </a:p>
          <a:p>
            <a:r>
              <a:rPr lang="en-US" dirty="0"/>
              <a:t>Kris-to </a:t>
            </a:r>
            <a:r>
              <a:rPr lang="en-US" dirty="0" err="1"/>
              <a:t>kaawaan</a:t>
            </a:r>
            <a:r>
              <a:rPr lang="en-US" dirty="0"/>
              <a:t> Mo kami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[Chorus]</a:t>
            </a:r>
          </a:p>
          <a:p>
            <a:r>
              <a:rPr lang="en-US" dirty="0"/>
              <a:t>G          D      </a:t>
            </a:r>
            <a:r>
              <a:rPr lang="en-US" dirty="0" err="1"/>
              <a:t>Em</a:t>
            </a:r>
            <a:r>
              <a:rPr lang="en-US" dirty="0"/>
              <a:t>                  </a:t>
            </a:r>
            <a:r>
              <a:rPr lang="en-US" dirty="0" err="1"/>
              <a:t>Bm</a:t>
            </a:r>
            <a:endParaRPr lang="en-US" dirty="0"/>
          </a:p>
          <a:p>
            <a:r>
              <a:rPr lang="en-US" dirty="0" err="1"/>
              <a:t>Panginoon</a:t>
            </a:r>
            <a:r>
              <a:rPr lang="en-US" dirty="0"/>
              <a:t>  </a:t>
            </a:r>
            <a:r>
              <a:rPr lang="en-US" dirty="0" err="1"/>
              <a:t>kaawaan</a:t>
            </a:r>
            <a:r>
              <a:rPr lang="en-US" dirty="0"/>
              <a:t> Mo kami</a:t>
            </a:r>
          </a:p>
          <a:p>
            <a:r>
              <a:rPr lang="en-US" dirty="0"/>
              <a:t>C         G      Am     D            G</a:t>
            </a:r>
          </a:p>
          <a:p>
            <a:r>
              <a:rPr lang="en-US" dirty="0" err="1"/>
              <a:t>Panginoon</a:t>
            </a:r>
            <a:r>
              <a:rPr lang="en-US" dirty="0"/>
              <a:t> </a:t>
            </a:r>
            <a:r>
              <a:rPr lang="en-US" dirty="0" err="1"/>
              <a:t>kaawaan</a:t>
            </a:r>
            <a:r>
              <a:rPr lang="en-US" dirty="0"/>
              <a:t> Mo kami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14:cNvPr>
              <p14:cNvContentPartPr/>
              <p14:nvPr/>
            </p14:nvContentPartPr>
            <p14:xfrm>
              <a:off x="2918631" y="334115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F20B5E7-F503-491A-8EC5-215C3FFE6C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9631" y="33321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14:cNvPr>
              <p14:cNvContentPartPr/>
              <p14:nvPr/>
            </p14:nvContentPartPr>
            <p14:xfrm>
              <a:off x="5321991" y="378647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03EE75-2442-462F-BCF6-DC0D654014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991" y="37774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14:cNvPr>
              <p14:cNvContentPartPr/>
              <p14:nvPr/>
            </p14:nvContentPartPr>
            <p14:xfrm>
              <a:off x="8651271" y="552131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424A97E-E14E-434A-9BE0-1E480A266C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42271" y="55123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14:cNvPr>
              <p14:cNvContentPartPr/>
              <p14:nvPr/>
            </p14:nvContentPartPr>
            <p14:xfrm>
              <a:off x="-1793769" y="575603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0FDECA6-96E3-4DD1-972A-7C6C842BC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02769" y="57470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14:cNvPr>
              <p14:cNvContentPartPr/>
              <p14:nvPr/>
            </p14:nvContentPartPr>
            <p14:xfrm>
              <a:off x="1863831" y="6459111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DB3DFF-0182-48E8-8830-9CEC845024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4831" y="6450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14:cNvPr>
              <p14:cNvContentPartPr/>
              <p14:nvPr/>
            </p14:nvContentPartPr>
            <p14:xfrm>
              <a:off x="-2040009" y="6342111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09DBF3-0121-4F71-A4A6-8E9C434DF3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049009" y="63331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14:cNvPr>
              <p14:cNvContentPartPr/>
              <p14:nvPr/>
            </p14:nvContentPartPr>
            <p14:xfrm>
              <a:off x="1336431" y="698687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FB09DAB-F656-452C-9604-1723FC813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7431" y="6977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14:cNvPr>
              <p14:cNvContentPartPr/>
              <p14:nvPr/>
            </p14:nvContentPartPr>
            <p14:xfrm>
              <a:off x="1289631" y="640043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9C06E91-F6AE-42AB-BE16-B14EBE4975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631" y="6391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14:cNvPr>
              <p14:cNvContentPartPr/>
              <p14:nvPr/>
            </p14:nvContentPartPr>
            <p14:xfrm>
              <a:off x="1723431" y="5919831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43E6526-2BD6-40F2-A0B4-EDEE420EF3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14431" y="59108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14:cNvPr>
              <p14:cNvContentPartPr/>
              <p14:nvPr/>
            </p14:nvContentPartPr>
            <p14:xfrm>
              <a:off x="-1125609" y="228563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83C04CA-6136-4F34-BCB3-8229585265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34609" y="22766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14:cNvPr>
              <p14:cNvContentPartPr/>
              <p14:nvPr/>
            </p14:nvContentPartPr>
            <p14:xfrm>
              <a:off x="7715250" y="586350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905EC5-9DC8-4FF7-B5DD-98E269CD20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06250" y="5854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14:cNvPr>
              <p14:cNvContentPartPr/>
              <p14:nvPr/>
            </p14:nvContentPartPr>
            <p14:xfrm>
              <a:off x="7132050" y="45145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F9D94C-DD95-4776-9548-66C0F41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3050" y="45055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14:cNvPr>
              <p14:cNvContentPartPr/>
              <p14:nvPr/>
            </p14:nvContentPartPr>
            <p14:xfrm>
              <a:off x="7486650" y="453753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D6C735E-57A3-453E-8967-99F67CCF9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7650" y="4528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14:cNvPr>
              <p14:cNvContentPartPr/>
              <p14:nvPr/>
            </p14:nvContentPartPr>
            <p14:xfrm>
              <a:off x="2286095" y="3344589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A9DBB4-B715-4E12-90D1-469D3770A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7095" y="33355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14:cNvPr>
              <p14:cNvContentPartPr/>
              <p14:nvPr/>
            </p14:nvContentPartPr>
            <p14:xfrm>
              <a:off x="2033015" y="350082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1F3FFC-77D1-420B-8828-C46D541BC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015" y="3491829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051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4021</TotalTime>
  <Words>171</Words>
  <Application>Microsoft Office PowerPoint</Application>
  <PresentationFormat>On-screen Show (4:3)</PresentationFormat>
  <Paragraphs>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Consolas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X1 C A R B O N</dc:creator>
  <cp:lastModifiedBy>memaphu</cp:lastModifiedBy>
  <cp:revision>1019</cp:revision>
  <cp:lastPrinted>2025-10-27T12:35:00Z</cp:lastPrinted>
  <dcterms:created xsi:type="dcterms:W3CDTF">2023-12-04T11:22:15Z</dcterms:created>
  <dcterms:modified xsi:type="dcterms:W3CDTF">2026-08-14T13:14:28Z</dcterms:modified>
</cp:coreProperties>
</file>