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9" r:id="rId2"/>
  </p:sldIdLst>
  <p:sldSz cx="6858000" cy="9144000" type="screen4x3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2B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704" autoAdjust="0"/>
  </p:normalViewPr>
  <p:slideViewPr>
    <p:cSldViewPr>
      <p:cViewPr>
        <p:scale>
          <a:sx n="95" d="100"/>
          <a:sy n="95" d="100"/>
        </p:scale>
        <p:origin x="-1176" y="128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0:09.3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0:14.64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2:06.35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  <inkml:trace contextRef="#ctx0" brushRef="#br0" timeOffset="642.654">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3:17.33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2:36.9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4:42.9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6.82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8.2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8.98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  <inkml:trace contextRef="#ctx0" brushRef="#br0" timeOffset="559.203">0 0</inkml:trace>
  <inkml:trace contextRef="#ctx0" brushRef="#br0" timeOffset="825.848">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22.93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14:32.3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15:20.62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36:08.5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10:41:28.66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10:41:29.1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FFB96-7CAF-4705-B1CF-0AF32BDAC094}" type="datetimeFigureOut">
              <a:rPr lang="en-PH" smtClean="0"/>
              <a:t>08/09/2025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30413" y="746125"/>
            <a:ext cx="2797175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84C93-C01A-4170-85F8-A6CAB7D614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45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84C93-C01A-4170-85F8-A6CAB7D614F9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15759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08/09/2025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22981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08/09/2025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6140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08/09/2025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36983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08/09/2025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58922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08/09/2025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11392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08/09/2025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6515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08/09/2025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2085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08/09/2025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69974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08/09/2025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346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08/09/2025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75141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08/09/2025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9410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0CD76-9429-49A7-8D2E-1EFADDD526D0}" type="datetimeFigureOut">
              <a:rPr lang="en-PH" smtClean="0"/>
              <a:t>08/09/2025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4752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customXml" Target="../ink/ink8.xml"/><Relationship Id="rId18" Type="http://schemas.openxmlformats.org/officeDocument/2006/relationships/customXml" Target="../ink/ink11.xml"/><Relationship Id="rId3" Type="http://schemas.openxmlformats.org/officeDocument/2006/relationships/customXml" Target="../ink/ink1.xml"/><Relationship Id="rId21" Type="http://schemas.openxmlformats.org/officeDocument/2006/relationships/customXml" Target="../ink/ink14.xml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17" Type="http://schemas.openxmlformats.org/officeDocument/2006/relationships/customXml" Target="../ink/ink10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.png"/><Relationship Id="rId20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.png"/><Relationship Id="rId10" Type="http://schemas.openxmlformats.org/officeDocument/2006/relationships/customXml" Target="../ink/ink5.xml"/><Relationship Id="rId19" Type="http://schemas.openxmlformats.org/officeDocument/2006/relationships/customXml" Target="../ink/ink12.xml"/><Relationship Id="rId9" Type="http://schemas.openxmlformats.org/officeDocument/2006/relationships/customXml" Target="../ink/ink4.xml"/><Relationship Id="rId14" Type="http://schemas.openxmlformats.org/officeDocument/2006/relationships/customXml" Target="../ink/ink9.xml"/><Relationship Id="rId22" Type="http://schemas.openxmlformats.org/officeDocument/2006/relationships/customXml" Target="../ink/ink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="" xmlns:a16="http://schemas.microsoft.com/office/drawing/2014/main" id="{AF20B5E7-F503-491A-8EC5-215C3FFE6C4A}"/>
                  </a:ext>
                </a:extLst>
              </p14:cNvPr>
              <p14:cNvContentPartPr/>
              <p14:nvPr/>
            </p14:nvContentPartPr>
            <p14:xfrm>
              <a:off x="2918631" y="3341151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F20B5E7-F503-491A-8EC5-215C3FFE6C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09631" y="333215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="" xmlns:a16="http://schemas.microsoft.com/office/drawing/2014/main" id="{9303EE75-2442-462F-BCF6-DC0D65401434}"/>
                  </a:ext>
                </a:extLst>
              </p14:cNvPr>
              <p14:cNvContentPartPr/>
              <p14:nvPr/>
            </p14:nvContentPartPr>
            <p14:xfrm>
              <a:off x="5321991" y="3786471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303EE75-2442-462F-BCF6-DC0D654014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12991" y="37774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3" name="Ink 32">
                <a:extLst>
                  <a:ext uri="{FF2B5EF4-FFF2-40B4-BE49-F238E27FC236}">
                    <a16:creationId xmlns="" xmlns:a16="http://schemas.microsoft.com/office/drawing/2014/main" id="{9424A97E-E14E-434A-9BE0-1E480A266C38}"/>
                  </a:ext>
                </a:extLst>
              </p14:cNvPr>
              <p14:cNvContentPartPr/>
              <p14:nvPr/>
            </p14:nvContentPartPr>
            <p14:xfrm>
              <a:off x="8651271" y="5521311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424A97E-E14E-434A-9BE0-1E480A266C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42271" y="55123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4" name="Ink 33">
                <a:extLst>
                  <a:ext uri="{FF2B5EF4-FFF2-40B4-BE49-F238E27FC236}">
                    <a16:creationId xmlns="" xmlns:a16="http://schemas.microsoft.com/office/drawing/2014/main" id="{E0FDECA6-96E3-4DD1-972A-7C6C842BC154}"/>
                  </a:ext>
                </a:extLst>
              </p14:cNvPr>
              <p14:cNvContentPartPr/>
              <p14:nvPr/>
            </p14:nvContentPartPr>
            <p14:xfrm>
              <a:off x="-1793769" y="5756031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0FDECA6-96E3-4DD1-972A-7C6C842BC1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802769" y="57470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1" name="Ink 50">
                <a:extLst>
                  <a:ext uri="{FF2B5EF4-FFF2-40B4-BE49-F238E27FC236}">
                    <a16:creationId xmlns="" xmlns:a16="http://schemas.microsoft.com/office/drawing/2014/main" id="{D2DB3DFF-0182-48E8-8830-9CEC84502438}"/>
                  </a:ext>
                </a:extLst>
              </p14:cNvPr>
              <p14:cNvContentPartPr/>
              <p14:nvPr/>
            </p14:nvContentPartPr>
            <p14:xfrm>
              <a:off x="1863831" y="6459111"/>
              <a:ext cx="360" cy="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2DB3DFF-0182-48E8-8830-9CEC845024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4831" y="64501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2" name="Ink 51">
                <a:extLst>
                  <a:ext uri="{FF2B5EF4-FFF2-40B4-BE49-F238E27FC236}">
                    <a16:creationId xmlns="" xmlns:a16="http://schemas.microsoft.com/office/drawing/2014/main" id="{3709DBF3-0121-4F71-A4A6-8E9C434DF381}"/>
                  </a:ext>
                </a:extLst>
              </p14:cNvPr>
              <p14:cNvContentPartPr/>
              <p14:nvPr/>
            </p14:nvContentPartPr>
            <p14:xfrm>
              <a:off x="-2040009" y="6342111"/>
              <a:ext cx="360" cy="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709DBF3-0121-4F71-A4A6-8E9C434DF3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049009" y="63331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="" xmlns:a16="http://schemas.microsoft.com/office/drawing/2014/main" id="{8FB09DAB-F656-452C-9604-1723FC8133FD}"/>
                  </a:ext>
                </a:extLst>
              </p14:cNvPr>
              <p14:cNvContentPartPr/>
              <p14:nvPr/>
            </p14:nvContentPartPr>
            <p14:xfrm>
              <a:off x="1336431" y="6986871"/>
              <a:ext cx="36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FB09DAB-F656-452C-9604-1723FC8133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7431" y="69778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4" name="Ink 53">
                <a:extLst>
                  <a:ext uri="{FF2B5EF4-FFF2-40B4-BE49-F238E27FC236}">
                    <a16:creationId xmlns="" xmlns:a16="http://schemas.microsoft.com/office/drawing/2014/main" id="{39C06E91-F6AE-42AB-BE16-B14EBE4975B6}"/>
                  </a:ext>
                </a:extLst>
              </p14:cNvPr>
              <p14:cNvContentPartPr/>
              <p14:nvPr/>
            </p14:nvContentPartPr>
            <p14:xfrm>
              <a:off x="1289631" y="6400431"/>
              <a:ext cx="360" cy="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9C06E91-F6AE-42AB-BE16-B14EBE4975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0631" y="63914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1" name="Ink 60">
                <a:extLst>
                  <a:ext uri="{FF2B5EF4-FFF2-40B4-BE49-F238E27FC236}">
                    <a16:creationId xmlns="" xmlns:a16="http://schemas.microsoft.com/office/drawing/2014/main" id="{843E6526-2BD6-40F2-A0B4-EDEE420EF3F5}"/>
                  </a:ext>
                </a:extLst>
              </p14:cNvPr>
              <p14:cNvContentPartPr/>
              <p14:nvPr/>
            </p14:nvContentPartPr>
            <p14:xfrm>
              <a:off x="1723431" y="5919831"/>
              <a:ext cx="360" cy="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43E6526-2BD6-40F2-A0B4-EDEE420EF3F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714431" y="59108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2" name="Ink 61">
                <a:extLst>
                  <a:ext uri="{FF2B5EF4-FFF2-40B4-BE49-F238E27FC236}">
                    <a16:creationId xmlns="" xmlns:a16="http://schemas.microsoft.com/office/drawing/2014/main" id="{683C04CA-6136-4F34-BCB3-82295852655B}"/>
                  </a:ext>
                </a:extLst>
              </p14:cNvPr>
              <p14:cNvContentPartPr/>
              <p14:nvPr/>
            </p14:nvContentPartPr>
            <p14:xfrm>
              <a:off x="-1125609" y="2285631"/>
              <a:ext cx="360" cy="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83C04CA-6136-4F34-BCB3-8229585265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34609" y="22766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="" xmlns:a16="http://schemas.microsoft.com/office/drawing/2014/main" id="{F3905EC5-9DC8-4FF7-B5DD-98E269CD2021}"/>
                  </a:ext>
                </a:extLst>
              </p14:cNvPr>
              <p14:cNvContentPartPr/>
              <p14:nvPr/>
            </p14:nvContentPartPr>
            <p14:xfrm>
              <a:off x="7715250" y="5863500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3905EC5-9DC8-4FF7-B5DD-98E269CD20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06250" y="58545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="" xmlns:a16="http://schemas.microsoft.com/office/drawing/2014/main" id="{2BF9D94C-DD95-4776-9548-66C0F418DBB0}"/>
                  </a:ext>
                </a:extLst>
              </p14:cNvPr>
              <p14:cNvContentPartPr/>
              <p14:nvPr/>
            </p14:nvContentPartPr>
            <p14:xfrm>
              <a:off x="7132050" y="4514580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BF9D94C-DD95-4776-9548-66C0F418DB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23050" y="450558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Ink 24">
                <a:extLst>
                  <a:ext uri="{FF2B5EF4-FFF2-40B4-BE49-F238E27FC236}">
                    <a16:creationId xmlns="" xmlns:a16="http://schemas.microsoft.com/office/drawing/2014/main" id="{1D6C735E-57A3-453E-8967-99F67CCF9C50}"/>
                  </a:ext>
                </a:extLst>
              </p14:cNvPr>
              <p14:cNvContentPartPr/>
              <p14:nvPr/>
            </p14:nvContentPartPr>
            <p14:xfrm>
              <a:off x="7486650" y="4537530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D6C735E-57A3-453E-8967-99F67CCF9C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77650" y="45285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" name="Ink 2">
                <a:extLst>
                  <a:ext uri="{FF2B5EF4-FFF2-40B4-BE49-F238E27FC236}">
                    <a16:creationId xmlns="" xmlns:a16="http://schemas.microsoft.com/office/drawing/2014/main" id="{D4A9DBB4-B715-4E12-90D1-469D3770A96D}"/>
                  </a:ext>
                </a:extLst>
              </p14:cNvPr>
              <p14:cNvContentPartPr/>
              <p14:nvPr/>
            </p14:nvContentPartPr>
            <p14:xfrm>
              <a:off x="2286095" y="3344589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4A9DBB4-B715-4E12-90D1-469D3770A9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77095" y="333558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" name="Ink 5">
                <a:extLst>
                  <a:ext uri="{FF2B5EF4-FFF2-40B4-BE49-F238E27FC236}">
                    <a16:creationId xmlns="" xmlns:a16="http://schemas.microsoft.com/office/drawing/2014/main" id="{821F3FFC-77D1-420B-8828-C46D541BC38A}"/>
                  </a:ext>
                </a:extLst>
              </p14:cNvPr>
              <p14:cNvContentPartPr/>
              <p14:nvPr/>
            </p14:nvContentPartPr>
            <p14:xfrm>
              <a:off x="2033015" y="3500829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21F3FFC-77D1-420B-8828-C46D541BC3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24015" y="3491829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Rectangle 6"/>
          <p:cNvSpPr/>
          <p:nvPr/>
        </p:nvSpPr>
        <p:spPr>
          <a:xfrm>
            <a:off x="397631" y="1115616"/>
            <a:ext cx="6080887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PH" dirty="0"/>
              <a:t>[</a:t>
            </a:r>
            <a:r>
              <a:rPr lang="en-PH" sz="1400" dirty="0"/>
              <a:t>Intro]</a:t>
            </a:r>
          </a:p>
          <a:p>
            <a:r>
              <a:rPr lang="en-PH" sz="1400" dirty="0"/>
              <a:t>G F#7 </a:t>
            </a:r>
            <a:r>
              <a:rPr lang="en-PH" sz="1400" dirty="0" err="1"/>
              <a:t>Bm</a:t>
            </a:r>
            <a:r>
              <a:rPr lang="en-PH" sz="1400" dirty="0"/>
              <a:t> </a:t>
            </a:r>
            <a:r>
              <a:rPr lang="en-PH" sz="1400" dirty="0" err="1"/>
              <a:t>Gm</a:t>
            </a:r>
            <a:r>
              <a:rPr lang="en-PH" sz="1400" dirty="0"/>
              <a:t> D A7 D G/A</a:t>
            </a:r>
          </a:p>
          <a:p>
            <a:r>
              <a:rPr lang="en-PH" sz="1400" dirty="0"/>
              <a:t> </a:t>
            </a:r>
          </a:p>
          <a:p>
            <a:r>
              <a:rPr lang="en-PH" sz="1400" dirty="0"/>
              <a:t>[Chorus]</a:t>
            </a:r>
          </a:p>
          <a:p>
            <a:r>
              <a:rPr lang="en-PH" sz="1400" dirty="0"/>
              <a:t>    </a:t>
            </a:r>
            <a:r>
              <a:rPr lang="en-PH" sz="1400" dirty="0" smtClean="0"/>
              <a:t>     </a:t>
            </a:r>
            <a:r>
              <a:rPr lang="en-PH" sz="1400" dirty="0"/>
              <a:t>D    </a:t>
            </a:r>
            <a:r>
              <a:rPr lang="en-PH" sz="1400" dirty="0" smtClean="0"/>
              <a:t>      </a:t>
            </a:r>
            <a:r>
              <a:rPr lang="en-PH" sz="1400" dirty="0"/>
              <a:t>G/D  </a:t>
            </a:r>
            <a:r>
              <a:rPr lang="en-PH" sz="1400" dirty="0" smtClean="0"/>
              <a:t>      </a:t>
            </a:r>
            <a:r>
              <a:rPr lang="en-PH" sz="1400" dirty="0"/>
              <a:t>D/F# </a:t>
            </a:r>
            <a:r>
              <a:rPr lang="en-PH" sz="1400" dirty="0" smtClean="0"/>
              <a:t> G/A                  </a:t>
            </a:r>
            <a:r>
              <a:rPr lang="en-PH" sz="1400" dirty="0"/>
              <a:t>D                G/D      Am7  C/D</a:t>
            </a:r>
          </a:p>
          <a:p>
            <a:r>
              <a:rPr lang="en-PH" sz="1400" dirty="0"/>
              <a:t>Sa </a:t>
            </a:r>
            <a:r>
              <a:rPr lang="en-PH" sz="1400" dirty="0" err="1"/>
              <a:t>hapag</a:t>
            </a:r>
            <a:r>
              <a:rPr lang="en-PH" sz="1400" dirty="0"/>
              <a:t> </a:t>
            </a:r>
            <a:r>
              <a:rPr lang="en-PH" sz="1400" dirty="0" err="1"/>
              <a:t>ng</a:t>
            </a:r>
            <a:r>
              <a:rPr lang="en-PH" sz="1400" dirty="0"/>
              <a:t> </a:t>
            </a:r>
            <a:r>
              <a:rPr lang="en-PH" sz="1400" dirty="0" err="1" smtClean="0"/>
              <a:t>panginoon</a:t>
            </a:r>
            <a:r>
              <a:rPr lang="en-PH" sz="1400" dirty="0" smtClean="0"/>
              <a:t>              </a:t>
            </a:r>
            <a:r>
              <a:rPr lang="en-PH" sz="1400" dirty="0" err="1" smtClean="0"/>
              <a:t>Buong</a:t>
            </a:r>
            <a:r>
              <a:rPr lang="en-PH" sz="1400" dirty="0" smtClean="0"/>
              <a:t> </a:t>
            </a:r>
            <a:r>
              <a:rPr lang="en-PH" sz="1400" dirty="0" err="1"/>
              <a:t>bayan</a:t>
            </a:r>
            <a:r>
              <a:rPr lang="en-PH" sz="1400" dirty="0"/>
              <a:t> </a:t>
            </a:r>
            <a:r>
              <a:rPr lang="en-PH" sz="1400" dirty="0" err="1"/>
              <a:t>ngayo’y</a:t>
            </a:r>
            <a:r>
              <a:rPr lang="en-PH" sz="1400" dirty="0"/>
              <a:t> </a:t>
            </a:r>
            <a:r>
              <a:rPr lang="en-PH" sz="1400" dirty="0" err="1"/>
              <a:t>natitipon</a:t>
            </a:r>
            <a:endParaRPr lang="en-PH" sz="1400" dirty="0"/>
          </a:p>
          <a:p>
            <a:r>
              <a:rPr lang="en-PH" sz="1400" dirty="0"/>
              <a:t> G      </a:t>
            </a:r>
            <a:r>
              <a:rPr lang="en-PH" sz="1400" dirty="0" smtClean="0"/>
              <a:t>             </a:t>
            </a:r>
            <a:r>
              <a:rPr lang="en-PH" sz="1400" dirty="0"/>
              <a:t>F#7    </a:t>
            </a:r>
            <a:r>
              <a:rPr lang="en-PH" sz="1400" dirty="0" smtClean="0"/>
              <a:t>        </a:t>
            </a:r>
            <a:r>
              <a:rPr lang="en-PH" sz="1400" dirty="0"/>
              <a:t>Bm7    </a:t>
            </a:r>
            <a:r>
              <a:rPr lang="en-PH" sz="1400" dirty="0" smtClean="0"/>
              <a:t>Gm7/Bb     </a:t>
            </a:r>
            <a:r>
              <a:rPr lang="en-PH" sz="1400" dirty="0"/>
              <a:t> </a:t>
            </a:r>
            <a:r>
              <a:rPr lang="en-PH" sz="1400" dirty="0" smtClean="0"/>
              <a:t>     D/A         </a:t>
            </a:r>
            <a:r>
              <a:rPr lang="en-PH" sz="1400" dirty="0"/>
              <a:t>Asus4     D</a:t>
            </a:r>
          </a:p>
          <a:p>
            <a:r>
              <a:rPr lang="en-PH" sz="1400" dirty="0" err="1"/>
              <a:t>Upang</a:t>
            </a:r>
            <a:r>
              <a:rPr lang="en-PH" sz="1400" dirty="0"/>
              <a:t> </a:t>
            </a:r>
            <a:r>
              <a:rPr lang="en-PH" sz="1400" dirty="0" err="1"/>
              <a:t>pagsaluhan</a:t>
            </a:r>
            <a:r>
              <a:rPr lang="en-PH" sz="1400" dirty="0"/>
              <a:t> </a:t>
            </a:r>
            <a:r>
              <a:rPr lang="en-PH" sz="1400" dirty="0" err="1"/>
              <a:t>ang</a:t>
            </a:r>
            <a:r>
              <a:rPr lang="en-PH" sz="1400" dirty="0"/>
              <a:t> </a:t>
            </a:r>
            <a:r>
              <a:rPr lang="en-PH" sz="1400" dirty="0" err="1" smtClean="0"/>
              <a:t>kaligtasan</a:t>
            </a:r>
            <a:r>
              <a:rPr lang="en-PH" sz="1400" dirty="0" smtClean="0"/>
              <a:t>          </a:t>
            </a:r>
            <a:r>
              <a:rPr lang="en-PH" sz="1400" dirty="0" err="1" smtClean="0"/>
              <a:t>Handog</a:t>
            </a:r>
            <a:r>
              <a:rPr lang="en-PH" sz="1400" dirty="0" smtClean="0"/>
              <a:t> </a:t>
            </a:r>
            <a:r>
              <a:rPr lang="en-PH" sz="1400" dirty="0" err="1"/>
              <a:t>ng</a:t>
            </a:r>
            <a:r>
              <a:rPr lang="en-PH" sz="1400" dirty="0"/>
              <a:t> </a:t>
            </a:r>
            <a:r>
              <a:rPr lang="en-PH" sz="1400" dirty="0" err="1"/>
              <a:t>diyos</a:t>
            </a:r>
            <a:r>
              <a:rPr lang="en-PH" sz="1400" dirty="0"/>
              <a:t> </a:t>
            </a:r>
            <a:r>
              <a:rPr lang="en-PH" sz="1400" dirty="0" err="1"/>
              <a:t>sa</a:t>
            </a:r>
            <a:r>
              <a:rPr lang="en-PH" sz="1400" dirty="0"/>
              <a:t> </a:t>
            </a:r>
            <a:r>
              <a:rPr lang="en-PH" sz="1400" dirty="0" err="1"/>
              <a:t>tanan</a:t>
            </a:r>
            <a:endParaRPr lang="en-PH" sz="1400" dirty="0"/>
          </a:p>
          <a:p>
            <a:r>
              <a:rPr lang="en-PH" sz="1400" dirty="0"/>
              <a:t> </a:t>
            </a:r>
          </a:p>
          <a:p>
            <a:r>
              <a:rPr lang="en-PH" sz="1400" dirty="0"/>
              <a:t>[</a:t>
            </a:r>
            <a:r>
              <a:rPr lang="en-PH" sz="1400" dirty="0" smtClean="0"/>
              <a:t>Verse1]</a:t>
            </a:r>
            <a:endParaRPr lang="en-PH" sz="1400" dirty="0"/>
          </a:p>
          <a:p>
            <a:r>
              <a:rPr lang="en-PH" sz="1400" dirty="0"/>
              <a:t>    </a:t>
            </a:r>
            <a:r>
              <a:rPr lang="en-PH" sz="1400" dirty="0" smtClean="0"/>
              <a:t>            </a:t>
            </a:r>
            <a:r>
              <a:rPr lang="en-PH" sz="1400" dirty="0" err="1"/>
              <a:t>Em</a:t>
            </a:r>
            <a:r>
              <a:rPr lang="en-PH" sz="1400" dirty="0"/>
              <a:t>     A       </a:t>
            </a:r>
            <a:r>
              <a:rPr lang="en-PH" sz="1400" dirty="0" smtClean="0"/>
              <a:t>        </a:t>
            </a:r>
            <a:r>
              <a:rPr lang="en-PH" sz="1400" dirty="0"/>
              <a:t>D   </a:t>
            </a:r>
            <a:r>
              <a:rPr lang="en-PH" sz="1400" dirty="0" err="1" smtClean="0"/>
              <a:t>Bm</a:t>
            </a:r>
            <a:r>
              <a:rPr lang="en-PH" sz="1400" dirty="0" smtClean="0"/>
              <a:t>         </a:t>
            </a:r>
            <a:r>
              <a:rPr lang="en-PH" sz="1400" dirty="0"/>
              <a:t> </a:t>
            </a:r>
            <a:r>
              <a:rPr lang="en-PH" sz="1400" dirty="0" smtClean="0"/>
              <a:t>              </a:t>
            </a:r>
            <a:r>
              <a:rPr lang="en-PH" sz="1400" dirty="0" err="1" smtClean="0"/>
              <a:t>Em</a:t>
            </a:r>
            <a:r>
              <a:rPr lang="en-PH" sz="1400" dirty="0" smtClean="0"/>
              <a:t>          </a:t>
            </a:r>
            <a:r>
              <a:rPr lang="en-PH" sz="1400" dirty="0"/>
              <a:t>A7       </a:t>
            </a:r>
            <a:r>
              <a:rPr lang="en-PH" sz="1400" dirty="0" smtClean="0"/>
              <a:t>      D</a:t>
            </a:r>
            <a:endParaRPr lang="en-PH" sz="1400" dirty="0"/>
          </a:p>
          <a:p>
            <a:r>
              <a:rPr lang="en-PH" sz="1400" dirty="0"/>
              <a:t>Sa </a:t>
            </a:r>
            <a:r>
              <a:rPr lang="en-PH" sz="1400" dirty="0" err="1"/>
              <a:t>panahong</a:t>
            </a:r>
            <a:r>
              <a:rPr lang="en-PH" sz="1400" dirty="0"/>
              <a:t> </a:t>
            </a:r>
            <a:r>
              <a:rPr lang="en-PH" sz="1400" dirty="0" err="1"/>
              <a:t>tigang</a:t>
            </a:r>
            <a:r>
              <a:rPr lang="en-PH" sz="1400" dirty="0"/>
              <a:t> </a:t>
            </a:r>
            <a:r>
              <a:rPr lang="en-PH" sz="1400" dirty="0" err="1"/>
              <a:t>ang</a:t>
            </a:r>
            <a:r>
              <a:rPr lang="en-PH" sz="1400" dirty="0"/>
              <a:t> </a:t>
            </a:r>
            <a:r>
              <a:rPr lang="en-PH" sz="1400" dirty="0" err="1" smtClean="0"/>
              <a:t>lupa</a:t>
            </a:r>
            <a:r>
              <a:rPr lang="en-PH" sz="1400" dirty="0" smtClean="0"/>
              <a:t>           Sa </a:t>
            </a:r>
            <a:r>
              <a:rPr lang="en-PH" sz="1400" dirty="0" err="1"/>
              <a:t>panahong</a:t>
            </a:r>
            <a:r>
              <a:rPr lang="en-PH" sz="1400" dirty="0"/>
              <a:t> </a:t>
            </a:r>
            <a:r>
              <a:rPr lang="en-PH" sz="1400" dirty="0" err="1"/>
              <a:t>ang</a:t>
            </a:r>
            <a:r>
              <a:rPr lang="en-PH" sz="1400" dirty="0"/>
              <a:t> </a:t>
            </a:r>
            <a:r>
              <a:rPr lang="en-PH" sz="1400" dirty="0" err="1"/>
              <a:t>ani’y</a:t>
            </a:r>
            <a:r>
              <a:rPr lang="en-PH" sz="1400" dirty="0"/>
              <a:t> </a:t>
            </a:r>
            <a:r>
              <a:rPr lang="en-PH" sz="1400" dirty="0" err="1"/>
              <a:t>sagana</a:t>
            </a:r>
            <a:endParaRPr lang="en-PH" sz="1400" dirty="0"/>
          </a:p>
          <a:p>
            <a:r>
              <a:rPr lang="en-PH" sz="1400" dirty="0"/>
              <a:t>    </a:t>
            </a:r>
            <a:r>
              <a:rPr lang="en-PH" sz="1400" dirty="0" smtClean="0"/>
              <a:t>         </a:t>
            </a:r>
            <a:r>
              <a:rPr lang="en-PH" sz="1400" dirty="0"/>
              <a:t>F#m7      </a:t>
            </a:r>
            <a:r>
              <a:rPr lang="en-PH" sz="1400" dirty="0" smtClean="0"/>
              <a:t>     B7           </a:t>
            </a:r>
            <a:r>
              <a:rPr lang="en-PH" sz="1400" dirty="0"/>
              <a:t>E      A/C</a:t>
            </a:r>
            <a:r>
              <a:rPr lang="en-PH" sz="1400" dirty="0" smtClean="0"/>
              <a:t>#                  </a:t>
            </a:r>
            <a:r>
              <a:rPr lang="en-PH" sz="1400" dirty="0"/>
              <a:t>F#m7      B7       G/A</a:t>
            </a:r>
          </a:p>
          <a:p>
            <a:r>
              <a:rPr lang="en-PH" sz="1400" dirty="0"/>
              <a:t>Sa </a:t>
            </a:r>
            <a:r>
              <a:rPr lang="en-PH" sz="1400" dirty="0" err="1"/>
              <a:t>panahon</a:t>
            </a:r>
            <a:r>
              <a:rPr lang="en-PH" sz="1400" dirty="0"/>
              <a:t> </a:t>
            </a:r>
            <a:r>
              <a:rPr lang="en-PH" sz="1400" dirty="0" err="1"/>
              <a:t>ng</a:t>
            </a:r>
            <a:r>
              <a:rPr lang="en-PH" sz="1400" dirty="0"/>
              <a:t> </a:t>
            </a:r>
            <a:r>
              <a:rPr lang="en-PH" sz="1400" dirty="0" err="1"/>
              <a:t>digmaan</a:t>
            </a:r>
            <a:r>
              <a:rPr lang="en-PH" sz="1400" dirty="0"/>
              <a:t> at  </a:t>
            </a:r>
            <a:r>
              <a:rPr lang="en-PH" sz="1400" dirty="0" err="1" smtClean="0"/>
              <a:t>kaguluhan</a:t>
            </a:r>
            <a:r>
              <a:rPr lang="en-PH" sz="1400" dirty="0" smtClean="0"/>
              <a:t>   Sa </a:t>
            </a:r>
            <a:r>
              <a:rPr lang="en-PH" sz="1400" dirty="0" err="1"/>
              <a:t>panahon</a:t>
            </a:r>
            <a:r>
              <a:rPr lang="en-PH" sz="1400" dirty="0"/>
              <a:t> </a:t>
            </a:r>
            <a:r>
              <a:rPr lang="en-PH" sz="1400" dirty="0" err="1"/>
              <a:t>ng</a:t>
            </a:r>
            <a:r>
              <a:rPr lang="en-PH" sz="1400" dirty="0"/>
              <a:t> </a:t>
            </a:r>
            <a:r>
              <a:rPr lang="en-PH" sz="1400" dirty="0" err="1" smtClean="0"/>
              <a:t>kapayapaan</a:t>
            </a:r>
            <a:r>
              <a:rPr lang="en-PH" sz="1400" dirty="0" smtClean="0"/>
              <a:t>      </a:t>
            </a:r>
          </a:p>
          <a:p>
            <a:r>
              <a:rPr lang="nn-NO" sz="1400" dirty="0" smtClean="0"/>
              <a:t>(KORO</a:t>
            </a:r>
            <a:r>
              <a:rPr lang="nn-NO" sz="1400" dirty="0"/>
              <a:t>)</a:t>
            </a:r>
            <a:endParaRPr lang="en-PH" sz="1400" dirty="0"/>
          </a:p>
          <a:p>
            <a:r>
              <a:rPr lang="en-PH" dirty="0"/>
              <a:t> </a:t>
            </a:r>
          </a:p>
          <a:p>
            <a:r>
              <a:rPr lang="en-PH" dirty="0"/>
              <a:t> </a:t>
            </a:r>
            <a:r>
              <a:rPr lang="nn-NO" sz="1400" dirty="0"/>
              <a:t>[Verse 2]</a:t>
            </a:r>
          </a:p>
          <a:p>
            <a:r>
              <a:rPr lang="nn-NO" sz="1400" dirty="0"/>
              <a:t>    </a:t>
            </a:r>
            <a:r>
              <a:rPr lang="nn-NO" sz="1400" dirty="0" smtClean="0"/>
              <a:t>       Em    </a:t>
            </a:r>
            <a:r>
              <a:rPr lang="nn-NO" sz="1400" dirty="0"/>
              <a:t>A       </a:t>
            </a:r>
            <a:r>
              <a:rPr lang="nn-NO" sz="1400" dirty="0" smtClean="0"/>
              <a:t>       </a:t>
            </a:r>
            <a:r>
              <a:rPr lang="nn-NO" sz="1400" dirty="0"/>
              <a:t>D   </a:t>
            </a:r>
            <a:r>
              <a:rPr lang="nn-NO" sz="1400" dirty="0" smtClean="0"/>
              <a:t>Bm                Em     </a:t>
            </a:r>
            <a:r>
              <a:rPr lang="nn-NO" sz="1400" dirty="0"/>
              <a:t>A7     </a:t>
            </a:r>
            <a:r>
              <a:rPr lang="nn-NO" sz="1400" dirty="0" smtClean="0"/>
              <a:t>       </a:t>
            </a:r>
            <a:r>
              <a:rPr lang="nn-NO" sz="1400" dirty="0"/>
              <a:t>D</a:t>
            </a:r>
          </a:p>
          <a:p>
            <a:r>
              <a:rPr lang="nn-NO" sz="1400" dirty="0" smtClean="0"/>
              <a:t>Ang </a:t>
            </a:r>
            <a:r>
              <a:rPr lang="nn-NO" sz="1400" dirty="0"/>
              <a:t>mga dakila't dukha</a:t>
            </a:r>
            <a:r>
              <a:rPr lang="nn-NO" sz="1400" dirty="0" smtClean="0"/>
              <a:t>,        ang </a:t>
            </a:r>
            <a:r>
              <a:rPr lang="nn-NO" sz="1400" dirty="0"/>
              <a:t>banal at makasalanan,</a:t>
            </a:r>
          </a:p>
          <a:p>
            <a:r>
              <a:rPr lang="nn-NO" sz="1400" dirty="0"/>
              <a:t>     </a:t>
            </a:r>
            <a:r>
              <a:rPr lang="nn-NO" sz="1400" dirty="0" smtClean="0"/>
              <a:t>    </a:t>
            </a:r>
            <a:r>
              <a:rPr lang="nn-NO" sz="1400" dirty="0"/>
              <a:t>F#m7      B7      </a:t>
            </a:r>
            <a:r>
              <a:rPr lang="nn-NO" sz="1400" dirty="0" smtClean="0"/>
              <a:t>           </a:t>
            </a:r>
            <a:r>
              <a:rPr lang="nn-NO" sz="1400" dirty="0"/>
              <a:t>E         A/C</a:t>
            </a:r>
            <a:r>
              <a:rPr lang="nn-NO" sz="1400" dirty="0" smtClean="0"/>
              <a:t>#                 F#m7    </a:t>
            </a:r>
            <a:r>
              <a:rPr lang="nn-NO" sz="1400" dirty="0"/>
              <a:t>B7           G/A</a:t>
            </a:r>
          </a:p>
          <a:p>
            <a:r>
              <a:rPr lang="nn-NO" sz="1400" dirty="0" smtClean="0"/>
              <a:t>Ang </a:t>
            </a:r>
            <a:r>
              <a:rPr lang="nn-NO" sz="1400" dirty="0"/>
              <a:t>bulag at lumpo, ang api at </a:t>
            </a:r>
            <a:r>
              <a:rPr lang="nn-NO" sz="1400" dirty="0" smtClean="0"/>
              <a:t>sugatan,  ang </a:t>
            </a:r>
            <a:r>
              <a:rPr lang="nn-NO" sz="1400" dirty="0"/>
              <a:t>lahat ay inaanyayahan</a:t>
            </a:r>
            <a:r>
              <a:rPr lang="nn-NO" sz="1400" dirty="0" smtClean="0"/>
              <a:t>.       </a:t>
            </a:r>
            <a:br>
              <a:rPr lang="nn-NO" sz="1400" dirty="0" smtClean="0"/>
            </a:br>
            <a:r>
              <a:rPr lang="nn-NO" sz="1400" dirty="0" smtClean="0"/>
              <a:t>(KORO)</a:t>
            </a:r>
          </a:p>
          <a:p>
            <a:endParaRPr lang="nn-NO" sz="1400" dirty="0"/>
          </a:p>
          <a:p>
            <a:r>
              <a:rPr lang="en-PH" sz="1400" dirty="0"/>
              <a:t>[Verse 3]</a:t>
            </a:r>
          </a:p>
          <a:p>
            <a:r>
              <a:rPr lang="en-PH" sz="1400" dirty="0"/>
              <a:t>  </a:t>
            </a:r>
            <a:r>
              <a:rPr lang="en-PH" sz="1400" dirty="0" smtClean="0"/>
              <a:t>      </a:t>
            </a:r>
            <a:r>
              <a:rPr lang="en-PH" sz="1400" dirty="0" smtClean="0"/>
              <a:t> </a:t>
            </a:r>
            <a:r>
              <a:rPr lang="en-PH" sz="1400" dirty="0" err="1"/>
              <a:t>Em</a:t>
            </a:r>
            <a:r>
              <a:rPr lang="en-PH" sz="1400" dirty="0"/>
              <a:t>     </a:t>
            </a:r>
            <a:r>
              <a:rPr lang="en-PH" sz="1400" dirty="0" smtClean="0"/>
              <a:t>      </a:t>
            </a:r>
            <a:r>
              <a:rPr lang="en-PH" sz="1400" dirty="0"/>
              <a:t>A    </a:t>
            </a:r>
            <a:r>
              <a:rPr lang="en-PH" sz="1400" dirty="0" smtClean="0"/>
              <a:t>          </a:t>
            </a:r>
            <a:r>
              <a:rPr lang="en-PH" sz="1400" dirty="0"/>
              <a:t>D  </a:t>
            </a:r>
            <a:r>
              <a:rPr lang="en-PH" sz="1400" dirty="0" err="1" smtClean="0"/>
              <a:t>Bm</a:t>
            </a:r>
            <a:r>
              <a:rPr lang="en-PH" sz="1400" dirty="0" smtClean="0"/>
              <a:t>                 </a:t>
            </a:r>
            <a:r>
              <a:rPr lang="en-PH" sz="1400" dirty="0" err="1" smtClean="0"/>
              <a:t>Em</a:t>
            </a:r>
            <a:r>
              <a:rPr lang="en-PH" sz="1400" dirty="0" smtClean="0"/>
              <a:t>             </a:t>
            </a:r>
            <a:r>
              <a:rPr lang="en-PH" sz="1400" dirty="0"/>
              <a:t>A7      D</a:t>
            </a:r>
          </a:p>
          <a:p>
            <a:r>
              <a:rPr lang="en-PH" sz="1400" dirty="0"/>
              <a:t>Sa '</a:t>
            </a:r>
            <a:r>
              <a:rPr lang="en-PH" sz="1400" dirty="0" err="1"/>
              <a:t>ming</a:t>
            </a:r>
            <a:r>
              <a:rPr lang="en-PH" sz="1400" dirty="0"/>
              <a:t> </a:t>
            </a:r>
            <a:r>
              <a:rPr lang="en-PH" sz="1400" dirty="0" err="1" smtClean="0"/>
              <a:t>pagdadalamhati</a:t>
            </a:r>
            <a:r>
              <a:rPr lang="en-PH" sz="1400" dirty="0" smtClean="0"/>
              <a:t>,               </a:t>
            </a:r>
            <a:r>
              <a:rPr lang="en-PH" sz="1400" dirty="0" err="1" smtClean="0"/>
              <a:t>sa</a:t>
            </a:r>
            <a:r>
              <a:rPr lang="en-PH" sz="1400" dirty="0" smtClean="0"/>
              <a:t> </a:t>
            </a:r>
            <a:r>
              <a:rPr lang="en-PH" sz="1400" dirty="0"/>
              <a:t>'</a:t>
            </a:r>
            <a:r>
              <a:rPr lang="en-PH" sz="1400" dirty="0" err="1"/>
              <a:t>ming</a:t>
            </a:r>
            <a:r>
              <a:rPr lang="en-PH" sz="1400" dirty="0"/>
              <a:t> </a:t>
            </a:r>
            <a:r>
              <a:rPr lang="en-PH" sz="1400" dirty="0" err="1"/>
              <a:t>pagbibigay</a:t>
            </a:r>
            <a:r>
              <a:rPr lang="en-PH" sz="1400" dirty="0"/>
              <a:t> </a:t>
            </a:r>
            <a:r>
              <a:rPr lang="en-PH" sz="1400" dirty="0" err="1"/>
              <a:t>puri</a:t>
            </a:r>
            <a:endParaRPr lang="en-PH" sz="1400" dirty="0"/>
          </a:p>
          <a:p>
            <a:r>
              <a:rPr lang="en-PH" sz="1400" dirty="0"/>
              <a:t>     </a:t>
            </a:r>
            <a:r>
              <a:rPr lang="en-PH" sz="1400" dirty="0" smtClean="0"/>
              <a:t>          F#m7       B7         </a:t>
            </a:r>
            <a:r>
              <a:rPr lang="en-PH" sz="1400" dirty="0"/>
              <a:t>E        </a:t>
            </a:r>
            <a:r>
              <a:rPr lang="en-PH" sz="1400" dirty="0" smtClean="0"/>
              <a:t>  A/C#                      </a:t>
            </a:r>
            <a:r>
              <a:rPr lang="en-PH" sz="1400" dirty="0" err="1"/>
              <a:t>F#m</a:t>
            </a:r>
            <a:r>
              <a:rPr lang="en-PH" sz="1400" dirty="0"/>
              <a:t>       </a:t>
            </a:r>
            <a:r>
              <a:rPr lang="en-PH" sz="1400" dirty="0" smtClean="0"/>
              <a:t>   </a:t>
            </a:r>
            <a:r>
              <a:rPr lang="en-PH" sz="1400"/>
              <a:t>B7  </a:t>
            </a:r>
            <a:r>
              <a:rPr lang="en-PH" sz="1400" smtClean="0"/>
              <a:t>       </a:t>
            </a:r>
            <a:r>
              <a:rPr lang="en-PH" sz="1400" smtClean="0"/>
              <a:t>     </a:t>
            </a:r>
            <a:r>
              <a:rPr lang="en-PH" sz="1400" dirty="0"/>
              <a:t>G/A</a:t>
            </a:r>
          </a:p>
          <a:p>
            <a:r>
              <a:rPr lang="en-PH" sz="1400" dirty="0" err="1"/>
              <a:t>Anupamang</a:t>
            </a:r>
            <a:r>
              <a:rPr lang="en-PH" sz="1400" dirty="0"/>
              <a:t> </a:t>
            </a:r>
            <a:r>
              <a:rPr lang="en-PH" sz="1400" dirty="0" err="1"/>
              <a:t>pagtangis</a:t>
            </a:r>
            <a:r>
              <a:rPr lang="en-PH" sz="1400" dirty="0"/>
              <a:t>, </a:t>
            </a:r>
            <a:r>
              <a:rPr lang="en-PH" sz="1400" dirty="0" err="1"/>
              <a:t>hapo't</a:t>
            </a:r>
            <a:r>
              <a:rPr lang="en-PH" sz="1400" dirty="0"/>
              <a:t> </a:t>
            </a:r>
            <a:r>
              <a:rPr lang="en-PH" sz="1400" dirty="0" err="1"/>
              <a:t>pasakit</a:t>
            </a:r>
            <a:r>
              <a:rPr lang="en-PH" sz="1400" dirty="0" smtClean="0"/>
              <a:t>,    </a:t>
            </a:r>
            <a:r>
              <a:rPr lang="en-PH" sz="1400" dirty="0" err="1" smtClean="0"/>
              <a:t>ang</a:t>
            </a:r>
            <a:r>
              <a:rPr lang="en-PH" sz="1400" dirty="0" smtClean="0"/>
              <a:t> </a:t>
            </a:r>
            <a:r>
              <a:rPr lang="en-PH" sz="1400" dirty="0" err="1"/>
              <a:t>pangalan</a:t>
            </a:r>
            <a:r>
              <a:rPr lang="en-PH" sz="1400" dirty="0"/>
              <a:t> </a:t>
            </a:r>
            <a:r>
              <a:rPr lang="en-PH" sz="1400" dirty="0" err="1"/>
              <a:t>Niya'y</a:t>
            </a:r>
            <a:r>
              <a:rPr lang="en-PH" sz="1400" dirty="0"/>
              <a:t> </a:t>
            </a:r>
            <a:r>
              <a:rPr lang="en-PH" sz="1400" dirty="0" err="1" smtClean="0"/>
              <a:t>sina-sambit</a:t>
            </a:r>
            <a:r>
              <a:rPr lang="en-PH" sz="1400" dirty="0" smtClean="0"/>
              <a:t>.</a:t>
            </a:r>
          </a:p>
          <a:p>
            <a:r>
              <a:rPr lang="en-US" sz="1400" dirty="0" smtClean="0"/>
              <a:t>(KORO)</a:t>
            </a:r>
            <a:endParaRPr lang="en-PH" sz="1400" dirty="0"/>
          </a:p>
        </p:txBody>
      </p:sp>
      <p:sp>
        <p:nvSpPr>
          <p:cNvPr id="10" name="Rectangle 9"/>
          <p:cNvSpPr/>
          <p:nvPr/>
        </p:nvSpPr>
        <p:spPr>
          <a:xfrm>
            <a:off x="3068960" y="179512"/>
            <a:ext cx="3429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Sa </a:t>
            </a:r>
            <a:r>
              <a:rPr lang="en-US" b="1" dirty="0" err="1"/>
              <a:t>Hapag</a:t>
            </a:r>
            <a:r>
              <a:rPr lang="en-US" b="1" dirty="0"/>
              <a:t> </a:t>
            </a:r>
            <a:r>
              <a:rPr lang="en-US" b="1" dirty="0" err="1"/>
              <a:t>ng</a:t>
            </a:r>
            <a:r>
              <a:rPr lang="en-US" b="1" dirty="0"/>
              <a:t> </a:t>
            </a:r>
            <a:r>
              <a:rPr lang="en-US" b="1" dirty="0" err="1"/>
              <a:t>Panginoon</a:t>
            </a:r>
            <a:r>
              <a:rPr lang="en-US" b="1" dirty="0"/>
              <a:t> - </a:t>
            </a:r>
            <a:r>
              <a:rPr lang="en-US" b="1" dirty="0" err="1"/>
              <a:t>Bukas</a:t>
            </a:r>
            <a:r>
              <a:rPr lang="en-US" b="1" dirty="0"/>
              <a:t> </a:t>
            </a:r>
            <a:r>
              <a:rPr lang="en-US" b="1" dirty="0" err="1"/>
              <a:t>Palad</a:t>
            </a:r>
            <a:r>
              <a:rPr lang="en-US" b="1" dirty="0"/>
              <a:t> Music Ministry</a:t>
            </a:r>
          </a:p>
        </p:txBody>
      </p:sp>
    </p:spTree>
    <p:extLst>
      <p:ext uri="{BB962C8B-B14F-4D97-AF65-F5344CB8AC3E}">
        <p14:creationId xmlns:p14="http://schemas.microsoft.com/office/powerpoint/2010/main" val="1012087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4188</TotalTime>
  <Words>152</Words>
  <Application>Microsoft Office PowerPoint</Application>
  <PresentationFormat>On-screen Show (4:3)</PresentationFormat>
  <Paragraphs>30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X1 C A R B O N</dc:creator>
  <cp:lastModifiedBy>memaphu</cp:lastModifiedBy>
  <cp:revision>1051</cp:revision>
  <cp:lastPrinted>2025-08-10T12:28:04Z</cp:lastPrinted>
  <dcterms:created xsi:type="dcterms:W3CDTF">2023-12-04T11:22:15Z</dcterms:created>
  <dcterms:modified xsi:type="dcterms:W3CDTF">2025-09-08T07:47:47Z</dcterms:modified>
</cp:coreProperties>
</file>