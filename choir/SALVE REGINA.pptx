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89" r:id="rId2"/>
  </p:sldIdLst>
  <p:sldSz cx="6858000" cy="9144000" type="screen4x3"/>
  <p:notesSz cx="6858000" cy="994568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22B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8" autoAdjust="0"/>
    <p:restoredTop sz="94704" autoAdjust="0"/>
  </p:normalViewPr>
  <p:slideViewPr>
    <p:cSldViewPr>
      <p:cViewPr varScale="1">
        <p:scale>
          <a:sx n="60" d="100"/>
          <a:sy n="60" d="100"/>
        </p:scale>
        <p:origin x="1890" y="108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1T14:20:09.326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1T14:20:14.640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1T14:22:06.357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</inkml:trace>
  <inkml:trace contextRef="#ctx0" brushRef="#br0" timeOffset="642.654">1 1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1T14:23:17.333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1T14:42:36.96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1T14:44:42.915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1T14:45:16.824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1T14:45:18.235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1T14:45:18.985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0 0</inkml:trace>
  <inkml:trace contextRef="#ctx0" brushRef="#br0" timeOffset="559.203">0 0</inkml:trace>
  <inkml:trace contextRef="#ctx0" brushRef="#br0" timeOffset="825.848">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1T14:45:22.938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5T03:14:32.335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5T03:15:20.629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5T03:36:08.553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5T10:41:28.665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5T10:41:29.17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72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972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9FFB96-7CAF-4705-B1CF-0AF32BDAC094}" type="datetimeFigureOut">
              <a:rPr lang="en-PH" smtClean="0"/>
              <a:t>21/09/2025</a:t>
            </a:fld>
            <a:endParaRPr lang="en-P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030413" y="746125"/>
            <a:ext cx="2797175" cy="37290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724202"/>
            <a:ext cx="5486400" cy="447556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6678"/>
            <a:ext cx="2971800" cy="4972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9446678"/>
            <a:ext cx="2971800" cy="4972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B84C93-C01A-4170-85F8-A6CAB7D614F9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5445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84C93-C01A-4170-85F8-A6CAB7D614F9}" type="slidenum">
              <a:rPr lang="en-PH" smtClean="0"/>
              <a:t>1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5157598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0CD76-9429-49A7-8D2E-1EFADDD526D0}" type="datetimeFigureOut">
              <a:rPr lang="en-PH" smtClean="0"/>
              <a:t>21/09/2025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60FE5-FB99-4EF0-BF6D-466848F2F14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6229814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0CD76-9429-49A7-8D2E-1EFADDD526D0}" type="datetimeFigureOut">
              <a:rPr lang="en-PH" smtClean="0"/>
              <a:t>21/09/2025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60FE5-FB99-4EF0-BF6D-466848F2F14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761401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0CD76-9429-49A7-8D2E-1EFADDD526D0}" type="datetimeFigureOut">
              <a:rPr lang="en-PH" smtClean="0"/>
              <a:t>21/09/2025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60FE5-FB99-4EF0-BF6D-466848F2F14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369838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2133601"/>
            <a:ext cx="3028950" cy="603461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2133601"/>
            <a:ext cx="3028950" cy="603461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0CD76-9429-49A7-8D2E-1EFADDD526D0}" type="datetimeFigureOut">
              <a:rPr lang="en-PH" smtClean="0"/>
              <a:t>21/09/2025</a:t>
            </a:fld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60FE5-FB99-4EF0-BF6D-466848F2F14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2589226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0CD76-9429-49A7-8D2E-1EFADDD526D0}" type="datetimeFigureOut">
              <a:rPr lang="en-PH" smtClean="0"/>
              <a:t>21/09/2025</a:t>
            </a:fld>
            <a:endParaRPr lang="en-P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60FE5-FB99-4EF0-BF6D-466848F2F14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2113925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0CD76-9429-49A7-8D2E-1EFADDD526D0}" type="datetimeFigureOut">
              <a:rPr lang="en-PH" smtClean="0"/>
              <a:t>21/09/2025</a:t>
            </a:fld>
            <a:endParaRPr lang="en-P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60FE5-FB99-4EF0-BF6D-466848F2F14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796515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0CD76-9429-49A7-8D2E-1EFADDD526D0}" type="datetimeFigureOut">
              <a:rPr lang="en-PH" smtClean="0"/>
              <a:t>21/09/2025</a:t>
            </a:fld>
            <a:endParaRPr lang="en-P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60FE5-FB99-4EF0-BF6D-466848F2F14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208511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0CD76-9429-49A7-8D2E-1EFADDD526D0}" type="datetimeFigureOut">
              <a:rPr lang="en-PH" smtClean="0"/>
              <a:t>21/09/2025</a:t>
            </a:fld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60FE5-FB99-4EF0-BF6D-466848F2F14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9699749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0CD76-9429-49A7-8D2E-1EFADDD526D0}" type="datetimeFigureOut">
              <a:rPr lang="en-PH" smtClean="0"/>
              <a:t>21/09/2025</a:t>
            </a:fld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60FE5-FB99-4EF0-BF6D-466848F2F14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234671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0CD76-9429-49A7-8D2E-1EFADDD526D0}" type="datetimeFigureOut">
              <a:rPr lang="en-PH" smtClean="0"/>
              <a:t>21/09/2025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60FE5-FB99-4EF0-BF6D-466848F2F14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0751416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366185"/>
            <a:ext cx="1543050" cy="780203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366185"/>
            <a:ext cx="4514850" cy="78020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0CD76-9429-49A7-8D2E-1EFADDD526D0}" type="datetimeFigureOut">
              <a:rPr lang="en-PH" smtClean="0"/>
              <a:t>21/09/2025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60FE5-FB99-4EF0-BF6D-466848F2F14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29410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D0CD76-9429-49A7-8D2E-1EFADDD526D0}" type="datetimeFigureOut">
              <a:rPr lang="en-PH" smtClean="0"/>
              <a:t>21/09/2025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960FE5-FB99-4EF0-BF6D-466848F2F14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5475249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openxmlformats.org/officeDocument/2006/relationships/customXml" Target="../ink/ink8.xml"/><Relationship Id="rId18" Type="http://schemas.openxmlformats.org/officeDocument/2006/relationships/customXml" Target="../ink/ink11.xml"/><Relationship Id="rId3" Type="http://schemas.openxmlformats.org/officeDocument/2006/relationships/customXml" Target="../ink/ink1.xml"/><Relationship Id="rId21" Type="http://schemas.openxmlformats.org/officeDocument/2006/relationships/customXml" Target="../ink/ink14.xml"/><Relationship Id="rId7" Type="http://schemas.openxmlformats.org/officeDocument/2006/relationships/customXml" Target="../ink/ink3.xml"/><Relationship Id="rId12" Type="http://schemas.openxmlformats.org/officeDocument/2006/relationships/customXml" Target="../ink/ink7.xml"/><Relationship Id="rId17" Type="http://schemas.openxmlformats.org/officeDocument/2006/relationships/customXml" Target="../ink/ink10.xml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3.png"/><Relationship Id="rId20" Type="http://schemas.openxmlformats.org/officeDocument/2006/relationships/customXml" Target="../ink/ink1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11" Type="http://schemas.openxmlformats.org/officeDocument/2006/relationships/customXml" Target="../ink/ink6.xml"/><Relationship Id="rId5" Type="http://schemas.openxmlformats.org/officeDocument/2006/relationships/image" Target="../media/image1.png"/><Relationship Id="rId10" Type="http://schemas.openxmlformats.org/officeDocument/2006/relationships/customXml" Target="../ink/ink5.xml"/><Relationship Id="rId19" Type="http://schemas.openxmlformats.org/officeDocument/2006/relationships/customXml" Target="../ink/ink12.xml"/><Relationship Id="rId9" Type="http://schemas.openxmlformats.org/officeDocument/2006/relationships/customXml" Target="../ink/ink4.xml"/><Relationship Id="rId14" Type="http://schemas.openxmlformats.org/officeDocument/2006/relationships/customXml" Target="../ink/ink9.xml"/><Relationship Id="rId22" Type="http://schemas.openxmlformats.org/officeDocument/2006/relationships/customXml" Target="../ink/ink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AF20B5E7-F503-491A-8EC5-215C3FFE6C4A}"/>
                  </a:ext>
                </a:extLst>
              </p14:cNvPr>
              <p14:cNvContentPartPr/>
              <p14:nvPr/>
            </p14:nvContentPartPr>
            <p14:xfrm>
              <a:off x="2918631" y="3341151"/>
              <a:ext cx="360" cy="36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AF20B5E7-F503-491A-8EC5-215C3FFE6C4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909631" y="3332151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9303EE75-2442-462F-BCF6-DC0D65401434}"/>
                  </a:ext>
                </a:extLst>
              </p14:cNvPr>
              <p14:cNvContentPartPr/>
              <p14:nvPr/>
            </p14:nvContentPartPr>
            <p14:xfrm>
              <a:off x="5321991" y="3786471"/>
              <a:ext cx="360" cy="36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9303EE75-2442-462F-BCF6-DC0D6540143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312991" y="3777471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9424A97E-E14E-434A-9BE0-1E480A266C38}"/>
                  </a:ext>
                </a:extLst>
              </p14:cNvPr>
              <p14:cNvContentPartPr/>
              <p14:nvPr/>
            </p14:nvContentPartPr>
            <p14:xfrm>
              <a:off x="8651271" y="5521311"/>
              <a:ext cx="360" cy="36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9424A97E-E14E-434A-9BE0-1E480A266C3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642271" y="5512311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E0FDECA6-96E3-4DD1-972A-7C6C842BC154}"/>
                  </a:ext>
                </a:extLst>
              </p14:cNvPr>
              <p14:cNvContentPartPr/>
              <p14:nvPr/>
            </p14:nvContentPartPr>
            <p14:xfrm>
              <a:off x="-1793769" y="5756031"/>
              <a:ext cx="360" cy="36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E0FDECA6-96E3-4DD1-972A-7C6C842BC15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1802769" y="5747031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D2DB3DFF-0182-48E8-8830-9CEC84502438}"/>
                  </a:ext>
                </a:extLst>
              </p14:cNvPr>
              <p14:cNvContentPartPr/>
              <p14:nvPr/>
            </p14:nvContentPartPr>
            <p14:xfrm>
              <a:off x="1863831" y="6459111"/>
              <a:ext cx="360" cy="36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D2DB3DFF-0182-48E8-8830-9CEC8450243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854831" y="6450111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3709DBF3-0121-4F71-A4A6-8E9C434DF381}"/>
                  </a:ext>
                </a:extLst>
              </p14:cNvPr>
              <p14:cNvContentPartPr/>
              <p14:nvPr/>
            </p14:nvContentPartPr>
            <p14:xfrm>
              <a:off x="-2040009" y="6342111"/>
              <a:ext cx="360" cy="36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3709DBF3-0121-4F71-A4A6-8E9C434DF38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2049009" y="6333111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8FB09DAB-F656-452C-9604-1723FC8133FD}"/>
                  </a:ext>
                </a:extLst>
              </p14:cNvPr>
              <p14:cNvContentPartPr/>
              <p14:nvPr/>
            </p14:nvContentPartPr>
            <p14:xfrm>
              <a:off x="1336431" y="6986871"/>
              <a:ext cx="360" cy="36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8FB09DAB-F656-452C-9604-1723FC8133F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27431" y="6977871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39C06E91-F6AE-42AB-BE16-B14EBE4975B6}"/>
                  </a:ext>
                </a:extLst>
              </p14:cNvPr>
              <p14:cNvContentPartPr/>
              <p14:nvPr/>
            </p14:nvContentPartPr>
            <p14:xfrm>
              <a:off x="1289631" y="6400431"/>
              <a:ext cx="360" cy="36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39C06E91-F6AE-42AB-BE16-B14EBE4975B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80631" y="6391431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843E6526-2BD6-40F2-A0B4-EDEE420EF3F5}"/>
                  </a:ext>
                </a:extLst>
              </p14:cNvPr>
              <p14:cNvContentPartPr/>
              <p14:nvPr/>
            </p14:nvContentPartPr>
            <p14:xfrm>
              <a:off x="1723431" y="5919831"/>
              <a:ext cx="360" cy="36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843E6526-2BD6-40F2-A0B4-EDEE420EF3F5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714431" y="5910831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683C04CA-6136-4F34-BCB3-82295852655B}"/>
                  </a:ext>
                </a:extLst>
              </p14:cNvPr>
              <p14:cNvContentPartPr/>
              <p14:nvPr/>
            </p14:nvContentPartPr>
            <p14:xfrm>
              <a:off x="-1125609" y="2285631"/>
              <a:ext cx="360" cy="36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683C04CA-6136-4F34-BCB3-82295852655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1134609" y="2276631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F3905EC5-9DC8-4FF7-B5DD-98E269CD2021}"/>
                  </a:ext>
                </a:extLst>
              </p14:cNvPr>
              <p14:cNvContentPartPr/>
              <p14:nvPr/>
            </p14:nvContentPartPr>
            <p14:xfrm>
              <a:off x="7715250" y="5863500"/>
              <a:ext cx="360" cy="3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F3905EC5-9DC8-4FF7-B5DD-98E269CD202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706250" y="5854500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2BF9D94C-DD95-4776-9548-66C0F418DBB0}"/>
                  </a:ext>
                </a:extLst>
              </p14:cNvPr>
              <p14:cNvContentPartPr/>
              <p14:nvPr/>
            </p14:nvContentPartPr>
            <p14:xfrm>
              <a:off x="7132050" y="4514580"/>
              <a:ext cx="360" cy="36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2BF9D94C-DD95-4776-9548-66C0F418DBB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23050" y="4505580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1D6C735E-57A3-453E-8967-99F67CCF9C50}"/>
                  </a:ext>
                </a:extLst>
              </p14:cNvPr>
              <p14:cNvContentPartPr/>
              <p14:nvPr/>
            </p14:nvContentPartPr>
            <p14:xfrm>
              <a:off x="7486650" y="4537530"/>
              <a:ext cx="360" cy="36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1D6C735E-57A3-453E-8967-99F67CCF9C5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477650" y="4528530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4A9DBB4-B715-4E12-90D1-469D3770A96D}"/>
                  </a:ext>
                </a:extLst>
              </p14:cNvPr>
              <p14:cNvContentPartPr/>
              <p14:nvPr/>
            </p14:nvContentPartPr>
            <p14:xfrm>
              <a:off x="2286095" y="3344589"/>
              <a:ext cx="360" cy="3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4A9DBB4-B715-4E12-90D1-469D3770A96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277095" y="3335589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821F3FFC-77D1-420B-8828-C46D541BC38A}"/>
                  </a:ext>
                </a:extLst>
              </p14:cNvPr>
              <p14:cNvContentPartPr/>
              <p14:nvPr/>
            </p14:nvContentPartPr>
            <p14:xfrm>
              <a:off x="2033015" y="3500829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821F3FFC-77D1-420B-8828-C46D541BC38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024015" y="3491829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4" name="Rectangle 3"/>
          <p:cNvSpPr/>
          <p:nvPr/>
        </p:nvSpPr>
        <p:spPr>
          <a:xfrm>
            <a:off x="332656" y="552556"/>
            <a:ext cx="6192688" cy="75713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Tuning: E A D G B</a:t>
            </a:r>
          </a:p>
          <a:p>
            <a:endParaRPr lang="en-US" b="1" dirty="0"/>
          </a:p>
          <a:p>
            <a:r>
              <a:rPr lang="en-US" dirty="0"/>
              <a:t>C                              F                C/E</a:t>
            </a:r>
          </a:p>
          <a:p>
            <a:r>
              <a:rPr lang="en-US" dirty="0"/>
              <a:t>Salve, Regina, mater </a:t>
            </a:r>
            <a:r>
              <a:rPr lang="en-US" dirty="0" err="1"/>
              <a:t>misericordiae</a:t>
            </a:r>
            <a:endParaRPr lang="en-US" dirty="0"/>
          </a:p>
          <a:p>
            <a:r>
              <a:rPr lang="en-US" dirty="0"/>
              <a:t>  Am        Dm    C/E                        G  C</a:t>
            </a:r>
          </a:p>
          <a:p>
            <a:r>
              <a:rPr lang="en-US" dirty="0"/>
              <a:t>Vita, </a:t>
            </a:r>
            <a:r>
              <a:rPr lang="en-US" dirty="0" err="1"/>
              <a:t>dulcedo</a:t>
            </a:r>
            <a:r>
              <a:rPr lang="en-US" dirty="0"/>
              <a:t> , et    </a:t>
            </a:r>
            <a:r>
              <a:rPr lang="en-US" dirty="0" err="1"/>
              <a:t>spes</a:t>
            </a:r>
            <a:r>
              <a:rPr lang="en-US" dirty="0"/>
              <a:t> nostra, salve</a:t>
            </a:r>
          </a:p>
          <a:p>
            <a:r>
              <a:rPr lang="en-US" dirty="0"/>
              <a:t>      G       C/E          F                    Gsus4   G</a:t>
            </a:r>
          </a:p>
          <a:p>
            <a:r>
              <a:rPr lang="en-US" dirty="0"/>
              <a:t>Ad </a:t>
            </a:r>
            <a:r>
              <a:rPr lang="en-US" dirty="0" err="1"/>
              <a:t>te</a:t>
            </a:r>
            <a:r>
              <a:rPr lang="en-US" dirty="0"/>
              <a:t> </a:t>
            </a:r>
            <a:r>
              <a:rPr lang="en-US" dirty="0" err="1"/>
              <a:t>clamamus</a:t>
            </a:r>
            <a:r>
              <a:rPr lang="en-US" dirty="0"/>
              <a:t>, </a:t>
            </a:r>
            <a:r>
              <a:rPr lang="en-US" dirty="0" err="1"/>
              <a:t>exsules</a:t>
            </a:r>
            <a:r>
              <a:rPr lang="en-US" dirty="0"/>
              <a:t> </a:t>
            </a:r>
            <a:r>
              <a:rPr lang="en-US" dirty="0" err="1"/>
              <a:t>filii</a:t>
            </a:r>
            <a:r>
              <a:rPr lang="en-US" dirty="0"/>
              <a:t>    He  -    </a:t>
            </a:r>
            <a:r>
              <a:rPr lang="en-US" dirty="0" err="1"/>
              <a:t>vae</a:t>
            </a:r>
            <a:endParaRPr lang="en-US" dirty="0"/>
          </a:p>
          <a:p>
            <a:r>
              <a:rPr lang="en-US" dirty="0"/>
              <a:t>Am          Dm  Am           C/E                G</a:t>
            </a:r>
          </a:p>
          <a:p>
            <a:r>
              <a:rPr lang="en-US" dirty="0"/>
              <a:t>Ad </a:t>
            </a:r>
            <a:r>
              <a:rPr lang="en-US" dirty="0" err="1"/>
              <a:t>te</a:t>
            </a:r>
            <a:r>
              <a:rPr lang="en-US" dirty="0"/>
              <a:t> </a:t>
            </a:r>
            <a:r>
              <a:rPr lang="en-US" dirty="0" err="1"/>
              <a:t>suspiramus</a:t>
            </a:r>
            <a:r>
              <a:rPr lang="en-US" dirty="0"/>
              <a:t>, </a:t>
            </a:r>
            <a:r>
              <a:rPr lang="en-US" dirty="0" err="1"/>
              <a:t>gementes</a:t>
            </a:r>
            <a:r>
              <a:rPr lang="en-US" dirty="0"/>
              <a:t> et </a:t>
            </a:r>
            <a:r>
              <a:rPr lang="en-US" dirty="0" err="1"/>
              <a:t>flentes</a:t>
            </a:r>
            <a:endParaRPr lang="en-US" dirty="0"/>
          </a:p>
          <a:p>
            <a:r>
              <a:rPr lang="en-US" dirty="0"/>
              <a:t>F                   G              C</a:t>
            </a:r>
          </a:p>
          <a:p>
            <a:r>
              <a:rPr lang="en-US" dirty="0"/>
              <a:t>In </a:t>
            </a:r>
            <a:r>
              <a:rPr lang="en-US" dirty="0" err="1"/>
              <a:t>hac</a:t>
            </a:r>
            <a:r>
              <a:rPr lang="en-US" dirty="0"/>
              <a:t> </a:t>
            </a:r>
            <a:r>
              <a:rPr lang="en-US" dirty="0" err="1"/>
              <a:t>lacrimarum</a:t>
            </a:r>
            <a:r>
              <a:rPr lang="en-US" dirty="0"/>
              <a:t> </a:t>
            </a:r>
            <a:r>
              <a:rPr lang="en-US" dirty="0" err="1"/>
              <a:t>valle</a:t>
            </a:r>
            <a:r>
              <a:rPr lang="en-US" dirty="0"/>
              <a:t>.</a:t>
            </a:r>
          </a:p>
          <a:p>
            <a:r>
              <a:rPr lang="en-US" dirty="0"/>
              <a:t> </a:t>
            </a:r>
          </a:p>
          <a:p>
            <a:r>
              <a:rPr lang="en-US" dirty="0"/>
              <a:t>G         C/E                 F         G</a:t>
            </a:r>
          </a:p>
          <a:p>
            <a:r>
              <a:rPr lang="en-US" dirty="0" err="1"/>
              <a:t>Eia</a:t>
            </a:r>
            <a:r>
              <a:rPr lang="en-US" dirty="0"/>
              <a:t>, ergo,     </a:t>
            </a:r>
            <a:r>
              <a:rPr lang="en-US" dirty="0" err="1"/>
              <a:t>Advocata</a:t>
            </a:r>
            <a:r>
              <a:rPr lang="en-US" dirty="0"/>
              <a:t> nostra,</a:t>
            </a:r>
          </a:p>
          <a:p>
            <a:r>
              <a:rPr lang="en-US" dirty="0"/>
              <a:t>C       Dm                         C/E</a:t>
            </a:r>
          </a:p>
          <a:p>
            <a:r>
              <a:rPr lang="en-US" dirty="0" err="1"/>
              <a:t>Illos</a:t>
            </a:r>
            <a:r>
              <a:rPr lang="en-US" dirty="0"/>
              <a:t> </a:t>
            </a:r>
            <a:r>
              <a:rPr lang="en-US" dirty="0" err="1"/>
              <a:t>tuos</a:t>
            </a:r>
            <a:r>
              <a:rPr lang="en-US" dirty="0"/>
              <a:t> </a:t>
            </a:r>
            <a:r>
              <a:rPr lang="en-US" dirty="0" err="1"/>
              <a:t>misericordes</a:t>
            </a:r>
            <a:r>
              <a:rPr lang="en-US" dirty="0"/>
              <a:t> </a:t>
            </a:r>
            <a:r>
              <a:rPr lang="en-US" dirty="0" err="1"/>
              <a:t>oculos</a:t>
            </a:r>
            <a:endParaRPr lang="en-US" dirty="0"/>
          </a:p>
          <a:p>
            <a:r>
              <a:rPr lang="en-US" dirty="0"/>
              <a:t>      G              Am</a:t>
            </a:r>
          </a:p>
          <a:p>
            <a:r>
              <a:rPr lang="en-US" dirty="0"/>
              <a:t>Ad </a:t>
            </a:r>
            <a:r>
              <a:rPr lang="en-US" dirty="0" err="1"/>
              <a:t>nos</a:t>
            </a:r>
            <a:r>
              <a:rPr lang="en-US" dirty="0"/>
              <a:t> </a:t>
            </a:r>
            <a:r>
              <a:rPr lang="en-US" dirty="0" err="1"/>
              <a:t>converte</a:t>
            </a:r>
            <a:endParaRPr lang="en-US" dirty="0"/>
          </a:p>
          <a:p>
            <a:r>
              <a:rPr lang="en-US" dirty="0"/>
              <a:t>C/E       Am   C/E                        F                    G</a:t>
            </a:r>
          </a:p>
          <a:p>
            <a:r>
              <a:rPr lang="en-US" dirty="0"/>
              <a:t>Et    </a:t>
            </a:r>
            <a:r>
              <a:rPr lang="en-US" dirty="0" err="1"/>
              <a:t>Jesum</a:t>
            </a:r>
            <a:r>
              <a:rPr lang="en-US" dirty="0"/>
              <a:t>,   </a:t>
            </a:r>
            <a:r>
              <a:rPr lang="en-US" dirty="0" err="1"/>
              <a:t>benedictum</a:t>
            </a:r>
            <a:r>
              <a:rPr lang="en-US" dirty="0"/>
              <a:t> </a:t>
            </a:r>
            <a:r>
              <a:rPr lang="en-US" dirty="0" err="1"/>
              <a:t>fructum</a:t>
            </a:r>
            <a:r>
              <a:rPr lang="en-US" dirty="0"/>
              <a:t> </a:t>
            </a:r>
            <a:r>
              <a:rPr lang="en-US" dirty="0" err="1"/>
              <a:t>ventris</a:t>
            </a:r>
            <a:r>
              <a:rPr lang="en-US" dirty="0"/>
              <a:t> </a:t>
            </a:r>
            <a:r>
              <a:rPr lang="en-US" dirty="0" err="1"/>
              <a:t>tui</a:t>
            </a:r>
            <a:endParaRPr lang="en-US" dirty="0"/>
          </a:p>
          <a:p>
            <a:r>
              <a:rPr lang="en-US" dirty="0"/>
              <a:t>C/E      F                     Am       G  Am</a:t>
            </a:r>
          </a:p>
          <a:p>
            <a:r>
              <a:rPr lang="en-US" dirty="0"/>
              <a:t>Nobis post hoc </a:t>
            </a:r>
            <a:r>
              <a:rPr lang="en-US" dirty="0" err="1"/>
              <a:t>exsilium</a:t>
            </a:r>
            <a:r>
              <a:rPr lang="en-US" dirty="0"/>
              <a:t> </a:t>
            </a:r>
            <a:r>
              <a:rPr lang="en-US" dirty="0" err="1"/>
              <a:t>ostende</a:t>
            </a:r>
            <a:endParaRPr lang="en-US" dirty="0"/>
          </a:p>
          <a:p>
            <a:r>
              <a:rPr lang="en-US" dirty="0"/>
              <a:t>C/E      F   C       C/E F   G</a:t>
            </a:r>
          </a:p>
          <a:p>
            <a:r>
              <a:rPr lang="en-US" dirty="0"/>
              <a:t>O      </a:t>
            </a:r>
            <a:r>
              <a:rPr lang="en-US" dirty="0" err="1"/>
              <a:t>clemens</a:t>
            </a:r>
            <a:r>
              <a:rPr lang="en-US" dirty="0"/>
              <a:t>,  O         pia,</a:t>
            </a:r>
          </a:p>
          <a:p>
            <a:r>
              <a:rPr lang="en-US" dirty="0"/>
              <a:t>Am C/E Dm        C/</a:t>
            </a:r>
            <a:r>
              <a:rPr lang="en-US"/>
              <a:t>E        F         </a:t>
            </a:r>
            <a:r>
              <a:rPr lang="en-US" dirty="0"/>
              <a:t>G  C</a:t>
            </a:r>
          </a:p>
          <a:p>
            <a:r>
              <a:rPr lang="en-US" dirty="0"/>
              <a:t>O                     </a:t>
            </a:r>
            <a:r>
              <a:rPr lang="en-US" dirty="0" err="1"/>
              <a:t>dulcis</a:t>
            </a:r>
            <a:r>
              <a:rPr lang="en-US" dirty="0"/>
              <a:t>   Virgo Mari- a</a:t>
            </a:r>
            <a:endParaRPr lang="en-PH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D2364FC-DC45-490D-9232-9F4509684EBB}"/>
              </a:ext>
            </a:extLst>
          </p:cNvPr>
          <p:cNvSpPr/>
          <p:nvPr/>
        </p:nvSpPr>
        <p:spPr>
          <a:xfrm>
            <a:off x="4286250" y="519238"/>
            <a:ext cx="3429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/>
              <a:t>Salve Regina</a:t>
            </a:r>
            <a:endParaRPr lang="en-US" b="0" i="0" dirty="0">
              <a:solidFill>
                <a:srgbClr val="212121"/>
              </a:solidFill>
              <a:effectLst/>
              <a:latin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0120874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4130</TotalTime>
  <Words>166</Words>
  <Application>Microsoft Office PowerPoint</Application>
  <PresentationFormat>On-screen Show (4:3)</PresentationFormat>
  <Paragraphs>29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Open Sans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X1 C A R B O N</dc:creator>
  <cp:lastModifiedBy>memaphu</cp:lastModifiedBy>
  <cp:revision>1048</cp:revision>
  <cp:lastPrinted>2025-08-10T12:28:04Z</cp:lastPrinted>
  <dcterms:created xsi:type="dcterms:W3CDTF">2023-12-04T11:22:15Z</dcterms:created>
  <dcterms:modified xsi:type="dcterms:W3CDTF">2025-09-21T11:24:52Z</dcterms:modified>
</cp:coreProperties>
</file>