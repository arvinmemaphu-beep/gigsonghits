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4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24" y="407674"/>
            <a:ext cx="7272088" cy="11172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PAGHAHANDOG ( San Ignacio De Loyola  | Rene San Andres</a:t>
            </a:r>
          </a:p>
          <a:p>
            <a:endParaRPr lang="en-US" dirty="0"/>
          </a:p>
          <a:p>
            <a:r>
              <a:rPr lang="en-US" dirty="0"/>
              <a:t>Tuning: E A D G B </a:t>
            </a:r>
            <a:r>
              <a:rPr lang="en-US" dirty="0" err="1"/>
              <a:t>ECapo</a:t>
            </a:r>
            <a:r>
              <a:rPr lang="en-US" dirty="0"/>
              <a:t>: no capo</a:t>
            </a:r>
          </a:p>
          <a:p>
            <a:r>
              <a:rPr lang="en-US" dirty="0"/>
              <a:t>[Intro] Capo 2: D9/G D9/F# D9/G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[Verse 1]</a:t>
            </a:r>
          </a:p>
          <a:p>
            <a:r>
              <a:rPr lang="en-US" dirty="0"/>
              <a:t>        D                     DM7             G           D/F#         </a:t>
            </a:r>
            <a:r>
              <a:rPr lang="en-US" dirty="0" err="1"/>
              <a:t>Em</a:t>
            </a:r>
            <a:r>
              <a:rPr lang="en-US" dirty="0"/>
              <a:t>        A7</a:t>
            </a:r>
          </a:p>
          <a:p>
            <a:r>
              <a:rPr lang="en-US" dirty="0"/>
              <a:t>Ang </a:t>
            </a:r>
            <a:r>
              <a:rPr lang="en-US" dirty="0" err="1"/>
              <a:t>himig</a:t>
            </a:r>
            <a:r>
              <a:rPr lang="en-US" dirty="0"/>
              <a:t> Mo, ang </a:t>
            </a:r>
            <a:r>
              <a:rPr lang="en-US" dirty="0" err="1"/>
              <a:t>awit</a:t>
            </a:r>
            <a:r>
              <a:rPr lang="en-US" dirty="0"/>
              <a:t> ko    Lahat ng </a:t>
            </a:r>
            <a:r>
              <a:rPr lang="en-US" dirty="0" err="1"/>
              <a:t>ito'y</a:t>
            </a:r>
            <a:r>
              <a:rPr lang="en-US" dirty="0"/>
              <a:t> </a:t>
            </a:r>
            <a:r>
              <a:rPr lang="en-US" dirty="0" err="1"/>
              <a:t>nagmula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Iyo</a:t>
            </a:r>
          </a:p>
          <a:p>
            <a:r>
              <a:rPr lang="en-US" dirty="0"/>
              <a:t>      D                DM7                 G              D/F#       </a:t>
            </a:r>
            <a:r>
              <a:rPr lang="en-US" dirty="0" err="1"/>
              <a:t>Em</a:t>
            </a:r>
            <a:r>
              <a:rPr lang="en-US" dirty="0"/>
              <a:t>       A7sus-A7</a:t>
            </a:r>
          </a:p>
          <a:p>
            <a:r>
              <a:rPr lang="en-US" dirty="0" err="1"/>
              <a:t>Muling</a:t>
            </a:r>
            <a:r>
              <a:rPr lang="en-US" dirty="0"/>
              <a:t> </a:t>
            </a:r>
            <a:r>
              <a:rPr lang="en-US" dirty="0" err="1"/>
              <a:t>ihahandog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Iyo, </a:t>
            </a:r>
            <a:r>
              <a:rPr lang="en-US" dirty="0" err="1"/>
              <a:t>Buong</a:t>
            </a:r>
            <a:r>
              <a:rPr lang="en-US" dirty="0"/>
              <a:t> </a:t>
            </a:r>
            <a:r>
              <a:rPr lang="en-US" dirty="0" err="1"/>
              <a:t>puso</a:t>
            </a:r>
            <a:r>
              <a:rPr lang="en-US" dirty="0"/>
              <a:t> </a:t>
            </a:r>
            <a:r>
              <a:rPr lang="en-US" dirty="0" err="1"/>
              <a:t>kong</a:t>
            </a:r>
            <a:r>
              <a:rPr lang="en-US" dirty="0"/>
              <a:t> </a:t>
            </a:r>
            <a:r>
              <a:rPr lang="en-US" dirty="0" err="1"/>
              <a:t>inaalay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'</a:t>
            </a:r>
            <a:r>
              <a:rPr lang="en-US" dirty="0" err="1"/>
              <a:t>Yo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[Chorus]</a:t>
            </a:r>
          </a:p>
          <a:p>
            <a:r>
              <a:rPr lang="en-US" dirty="0"/>
              <a:t>DM7  D7            G         F#7     </a:t>
            </a:r>
            <a:r>
              <a:rPr lang="en-US" dirty="0" err="1"/>
              <a:t>Bm</a:t>
            </a:r>
            <a:r>
              <a:rPr lang="en-US" dirty="0"/>
              <a:t>           Bm7       Em7            A7</a:t>
            </a:r>
          </a:p>
          <a:p>
            <a:r>
              <a:rPr lang="en-US" dirty="0"/>
              <a:t>Oh     </a:t>
            </a:r>
            <a:r>
              <a:rPr lang="en-US" dirty="0" err="1"/>
              <a:t>Diyos</a:t>
            </a:r>
            <a:r>
              <a:rPr lang="en-US" dirty="0"/>
              <a:t>, oh </a:t>
            </a:r>
            <a:r>
              <a:rPr lang="en-US" dirty="0" err="1"/>
              <a:t>Panginoon</a:t>
            </a:r>
            <a:r>
              <a:rPr lang="en-US" dirty="0"/>
              <a:t>,  Lahat ay </a:t>
            </a:r>
            <a:r>
              <a:rPr lang="en-US" dirty="0" err="1"/>
              <a:t>biyayang</a:t>
            </a:r>
            <a:r>
              <a:rPr lang="en-US" dirty="0"/>
              <a:t> </a:t>
            </a:r>
            <a:r>
              <a:rPr lang="en-US" dirty="0" err="1"/>
              <a:t>aming</a:t>
            </a:r>
            <a:r>
              <a:rPr lang="en-US" dirty="0"/>
              <a:t> </a:t>
            </a:r>
            <a:r>
              <a:rPr lang="en-US" dirty="0" err="1"/>
              <a:t>inampon</a:t>
            </a:r>
            <a:endParaRPr lang="en-US" dirty="0"/>
          </a:p>
          <a:p>
            <a:r>
              <a:rPr lang="en-US" dirty="0"/>
              <a:t>            DM7 D7     G        F#7   </a:t>
            </a:r>
            <a:r>
              <a:rPr lang="en-US" dirty="0" err="1"/>
              <a:t>Bm</a:t>
            </a:r>
            <a:r>
              <a:rPr lang="en-US" dirty="0"/>
              <a:t>            Bm7           </a:t>
            </a:r>
            <a:r>
              <a:rPr lang="en-US" dirty="0" err="1"/>
              <a:t>Em</a:t>
            </a:r>
            <a:r>
              <a:rPr lang="en-US" dirty="0"/>
              <a:t>        A7   </a:t>
            </a:r>
            <a:r>
              <a:rPr lang="en-US" sz="1400" dirty="0"/>
              <a:t>D AsusA7(B7)</a:t>
            </a:r>
          </a:p>
          <a:p>
            <a:r>
              <a:rPr lang="en-US" dirty="0" err="1"/>
              <a:t>Aming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- hay at </a:t>
            </a:r>
            <a:r>
              <a:rPr lang="en-US" dirty="0" err="1"/>
              <a:t>kakayahan</a:t>
            </a:r>
            <a:r>
              <a:rPr lang="en-US" dirty="0"/>
              <a:t>  </a:t>
            </a:r>
            <a:r>
              <a:rPr lang="en-US" dirty="0" err="1"/>
              <a:t>Ito'y</a:t>
            </a:r>
            <a:r>
              <a:rPr lang="en-US" dirty="0"/>
              <a:t> para </a:t>
            </a:r>
            <a:r>
              <a:rPr lang="en-US" dirty="0" err="1"/>
              <a:t>lamang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'Yong </a:t>
            </a:r>
            <a:r>
              <a:rPr lang="en-US" dirty="0" err="1"/>
              <a:t>kal'walhatian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[Verse 2]</a:t>
            </a:r>
          </a:p>
          <a:p>
            <a:r>
              <a:rPr lang="en-US" dirty="0"/>
              <a:t>     E          EM7</a:t>
            </a:r>
          </a:p>
          <a:p>
            <a:r>
              <a:rPr lang="en-US" dirty="0"/>
              <a:t>Ang tanging </a:t>
            </a:r>
            <a:r>
              <a:rPr lang="en-US" dirty="0" err="1"/>
              <a:t>ninanais</a:t>
            </a:r>
            <a:r>
              <a:rPr lang="en-US" dirty="0"/>
              <a:t> ko</a:t>
            </a:r>
          </a:p>
          <a:p>
            <a:r>
              <a:rPr lang="en-US" dirty="0"/>
              <a:t>    A     E/G#       </a:t>
            </a:r>
            <a:r>
              <a:rPr lang="en-US" dirty="0" err="1"/>
              <a:t>F#m</a:t>
            </a:r>
            <a:r>
              <a:rPr lang="en-US" dirty="0"/>
              <a:t>      B7</a:t>
            </a:r>
          </a:p>
          <a:p>
            <a:r>
              <a:rPr lang="en-US" dirty="0"/>
              <a:t>Ay </a:t>
            </a:r>
            <a:r>
              <a:rPr lang="en-US" dirty="0" err="1"/>
              <a:t>matamo</a:t>
            </a:r>
            <a:r>
              <a:rPr lang="en-US" dirty="0"/>
              <a:t> </a:t>
            </a:r>
            <a:r>
              <a:rPr lang="en-US" dirty="0" err="1"/>
              <a:t>lamang</a:t>
            </a:r>
            <a:r>
              <a:rPr lang="en-US" dirty="0"/>
              <a:t> ang </a:t>
            </a:r>
            <a:r>
              <a:rPr lang="en-US" dirty="0" err="1"/>
              <a:t>pag-ibig</a:t>
            </a:r>
            <a:r>
              <a:rPr lang="en-US" dirty="0"/>
              <a:t> Mo</a:t>
            </a:r>
          </a:p>
          <a:p>
            <a:r>
              <a:rPr lang="en-US" dirty="0"/>
              <a:t>   E       EM7</a:t>
            </a:r>
          </a:p>
          <a:p>
            <a:r>
              <a:rPr lang="en-US" dirty="0"/>
              <a:t>Lahat ay </a:t>
            </a:r>
            <a:r>
              <a:rPr lang="en-US" dirty="0" err="1"/>
              <a:t>iiwanan</a:t>
            </a:r>
            <a:r>
              <a:rPr lang="en-US" dirty="0"/>
              <a:t> ko</a:t>
            </a:r>
          </a:p>
          <a:p>
            <a:r>
              <a:rPr lang="en-US" dirty="0"/>
              <a:t>   A         E/G#       </a:t>
            </a:r>
            <a:r>
              <a:rPr lang="en-US" dirty="0" err="1"/>
              <a:t>F#m</a:t>
            </a:r>
            <a:r>
              <a:rPr lang="en-US" dirty="0"/>
              <a:t>     B7</a:t>
            </a:r>
          </a:p>
          <a:p>
            <a:r>
              <a:rPr lang="en-US" dirty="0"/>
              <a:t>Wala </a:t>
            </a:r>
            <a:r>
              <a:rPr lang="en-US" dirty="0" err="1"/>
              <a:t>nang</a:t>
            </a:r>
            <a:r>
              <a:rPr lang="en-US" dirty="0"/>
              <a:t> </a:t>
            </a:r>
            <a:r>
              <a:rPr lang="en-US" dirty="0" err="1"/>
              <a:t>kailangan</a:t>
            </a:r>
            <a:r>
              <a:rPr lang="en-US" dirty="0"/>
              <a:t>, </a:t>
            </a:r>
            <a:r>
              <a:rPr lang="en-US" dirty="0" err="1"/>
              <a:t>sapat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ito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[Chorus]</a:t>
            </a:r>
          </a:p>
          <a:p>
            <a:r>
              <a:rPr lang="en-US" dirty="0"/>
              <a:t>EM7 E7        A      G#7</a:t>
            </a:r>
          </a:p>
          <a:p>
            <a:r>
              <a:rPr lang="en-US" dirty="0"/>
              <a:t>Oh  </a:t>
            </a:r>
            <a:r>
              <a:rPr lang="en-US" dirty="0" err="1"/>
              <a:t>Diyos</a:t>
            </a:r>
            <a:r>
              <a:rPr lang="en-US" dirty="0"/>
              <a:t>, oh </a:t>
            </a:r>
            <a:r>
              <a:rPr lang="en-US" dirty="0" err="1"/>
              <a:t>Panginoon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C#m</a:t>
            </a:r>
            <a:r>
              <a:rPr lang="en-US" dirty="0"/>
              <a:t>      C#m7    F#m7     B7</a:t>
            </a:r>
          </a:p>
          <a:p>
            <a:r>
              <a:rPr lang="en-US" dirty="0"/>
              <a:t>Lahat ay </a:t>
            </a:r>
            <a:r>
              <a:rPr lang="en-US" dirty="0" err="1"/>
              <a:t>biyayang</a:t>
            </a:r>
            <a:r>
              <a:rPr lang="en-US" dirty="0"/>
              <a:t> </a:t>
            </a:r>
            <a:r>
              <a:rPr lang="en-US" dirty="0" err="1"/>
              <a:t>aming</a:t>
            </a:r>
            <a:r>
              <a:rPr lang="en-US" dirty="0"/>
              <a:t> </a:t>
            </a:r>
            <a:r>
              <a:rPr lang="en-US" dirty="0" err="1"/>
              <a:t>inampon</a:t>
            </a:r>
            <a:endParaRPr lang="en-US" dirty="0"/>
          </a:p>
          <a:p>
            <a:r>
              <a:rPr lang="en-US" dirty="0"/>
              <a:t>      EM7 E7     A     G#7</a:t>
            </a:r>
          </a:p>
          <a:p>
            <a:r>
              <a:rPr lang="en-US" dirty="0" err="1"/>
              <a:t>Aming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- hay at </a:t>
            </a:r>
            <a:r>
              <a:rPr lang="en-US" dirty="0" err="1"/>
              <a:t>kakayahan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C#m</a:t>
            </a:r>
            <a:r>
              <a:rPr lang="en-US" dirty="0"/>
              <a:t>       C#m7       F#m7      B7  </a:t>
            </a:r>
            <a:r>
              <a:rPr lang="en-US" dirty="0" err="1"/>
              <a:t>G#m</a:t>
            </a:r>
            <a:r>
              <a:rPr lang="en-US" dirty="0"/>
              <a:t> G#7</a:t>
            </a:r>
          </a:p>
          <a:p>
            <a:r>
              <a:rPr lang="en-US" dirty="0" err="1"/>
              <a:t>Ito'y</a:t>
            </a:r>
            <a:r>
              <a:rPr lang="en-US" dirty="0"/>
              <a:t> para </a:t>
            </a:r>
            <a:r>
              <a:rPr lang="en-US" dirty="0" err="1"/>
              <a:t>lamang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'Yong </a:t>
            </a:r>
            <a:r>
              <a:rPr lang="en-US" dirty="0" err="1"/>
              <a:t>kal'walhatian</a:t>
            </a:r>
            <a:endParaRPr lang="en-US" dirty="0"/>
          </a:p>
          <a:p>
            <a:r>
              <a:rPr lang="en-US" dirty="0"/>
              <a:t> F#m7      </a:t>
            </a:r>
            <a:r>
              <a:rPr lang="en-US" dirty="0" err="1"/>
              <a:t>G#m</a:t>
            </a:r>
            <a:r>
              <a:rPr lang="en-US" dirty="0"/>
              <a:t>        AM7      B7   E   AM7 E</a:t>
            </a:r>
          </a:p>
          <a:p>
            <a:r>
              <a:rPr lang="en-US" dirty="0" err="1"/>
              <a:t>Ito'y</a:t>
            </a:r>
            <a:r>
              <a:rPr lang="en-US" dirty="0"/>
              <a:t> para </a:t>
            </a:r>
            <a:r>
              <a:rPr lang="en-US" dirty="0" err="1"/>
              <a:t>lamang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'Yong </a:t>
            </a:r>
            <a:r>
              <a:rPr lang="en-US" dirty="0" err="1"/>
              <a:t>kal'walhatian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275</Words>
  <Application>Microsoft Office PowerPoint</Application>
  <PresentationFormat>On-screen Show (4:3)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1023</cp:revision>
  <cp:lastPrinted>2025-03-28T11:16:16Z</cp:lastPrinted>
  <dcterms:created xsi:type="dcterms:W3CDTF">2023-12-04T11:22:15Z</dcterms:created>
  <dcterms:modified xsi:type="dcterms:W3CDTF">2025-09-18T03:16:33Z</dcterms:modified>
</cp:coreProperties>
</file>