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0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04" autoAdjust="0"/>
  </p:normalViewPr>
  <p:slideViewPr>
    <p:cSldViewPr>
      <p:cViewPr varScale="1">
        <p:scale>
          <a:sx n="60" d="100"/>
          <a:sy n="60" d="100"/>
        </p:scale>
        <p:origin x="1890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559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23" Type="http://schemas.openxmlformats.org/officeDocument/2006/relationships/hyperlink" Target="https://www.youtube.com/channel/UCVePhfrGZ-SLTcU7FqKZkBw" TargetMode="External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397631" y="1331640"/>
            <a:ext cx="6080887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dirty="0"/>
              <a:t>[</a:t>
            </a:r>
            <a:r>
              <a:rPr lang="en-PH" sz="1400" dirty="0"/>
              <a:t>Intro]</a:t>
            </a:r>
          </a:p>
          <a:p>
            <a:r>
              <a:rPr lang="en-PH" sz="1400" dirty="0"/>
              <a:t>E - A – B - C#m7 - </a:t>
            </a:r>
            <a:r>
              <a:rPr lang="en-PH" sz="1400" dirty="0" err="1"/>
              <a:t>F#m</a:t>
            </a:r>
            <a:r>
              <a:rPr lang="en-PH" sz="1400" dirty="0"/>
              <a:t> – B - E</a:t>
            </a:r>
          </a:p>
          <a:p>
            <a:r>
              <a:rPr lang="en-PH" sz="1400" dirty="0"/>
              <a:t> </a:t>
            </a:r>
          </a:p>
          <a:p>
            <a:endParaRPr lang="en-US" sz="1400" dirty="0"/>
          </a:p>
          <a:p>
            <a:r>
              <a:rPr lang="en-US" sz="1400" dirty="0"/>
              <a:t> E              A                       B              E             A                  B     E</a:t>
            </a:r>
          </a:p>
          <a:p>
            <a:r>
              <a:rPr lang="en-US" sz="1400" dirty="0"/>
              <a:t>A----LE –LU----  YA           A----LE –LUYA       A—HA -LE-LU--YA </a:t>
            </a:r>
          </a:p>
          <a:p>
            <a:endParaRPr lang="en-US" sz="1400" dirty="0"/>
          </a:p>
          <a:p>
            <a:r>
              <a:rPr lang="en-US" sz="1400" dirty="0"/>
              <a:t>E              A                        B              </a:t>
            </a:r>
            <a:r>
              <a:rPr lang="en-US" sz="1400" dirty="0" err="1"/>
              <a:t>C#m</a:t>
            </a:r>
            <a:r>
              <a:rPr lang="en-US" sz="1400" dirty="0"/>
              <a:t>       A                   B     </a:t>
            </a:r>
            <a:r>
              <a:rPr lang="en-US" sz="1400" dirty="0" err="1"/>
              <a:t>C#m-A</a:t>
            </a:r>
            <a:endParaRPr lang="en-US" sz="1400" dirty="0"/>
          </a:p>
          <a:p>
            <a:r>
              <a:rPr lang="en-US" sz="1400" dirty="0"/>
              <a:t>A----LE –LU----  YA           A----LE –LUYA       A—HA -LE-LU----YA </a:t>
            </a:r>
          </a:p>
          <a:p>
            <a:endParaRPr lang="en-US" sz="1400" dirty="0"/>
          </a:p>
          <a:p>
            <a:r>
              <a:rPr lang="en-US" sz="1400" dirty="0" err="1"/>
              <a:t>F#m</a:t>
            </a:r>
            <a:r>
              <a:rPr lang="en-US" sz="1400" dirty="0"/>
              <a:t>              B          E</a:t>
            </a:r>
          </a:p>
          <a:p>
            <a:r>
              <a:rPr lang="en-US" sz="1400" dirty="0"/>
              <a:t>A----LE –     LU----  YA</a:t>
            </a:r>
            <a:endParaRPr lang="en-PH" sz="1400" dirty="0"/>
          </a:p>
        </p:txBody>
      </p:sp>
      <p:sp>
        <p:nvSpPr>
          <p:cNvPr id="10" name="Rectangle 9"/>
          <p:cNvSpPr/>
          <p:nvPr/>
        </p:nvSpPr>
        <p:spPr>
          <a:xfrm>
            <a:off x="318514" y="467544"/>
            <a:ext cx="6539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Alleluia (Misa Delgado Book1) Gospel Acclamation</a:t>
            </a:r>
          </a:p>
        </p:txBody>
      </p:sp>
      <p:sp>
        <p:nvSpPr>
          <p:cNvPr id="2" name="Arc 1"/>
          <p:cNvSpPr/>
          <p:nvPr/>
        </p:nvSpPr>
        <p:spPr>
          <a:xfrm>
            <a:off x="4779333" y="3173762"/>
            <a:ext cx="237167" cy="285117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514" y="587129"/>
            <a:ext cx="25956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PH" sz="1100" dirty="0">
                <a:hlinkClick r:id="rId23"/>
              </a:rPr>
            </a:br>
            <a:r>
              <a:rPr lang="en-PH" sz="1100" dirty="0">
                <a:hlinkClick r:id="rId23"/>
              </a:rPr>
              <a:t>Lester Delgado Composer</a:t>
            </a:r>
            <a:endParaRPr lang="en-PH" sz="1100" dirty="0"/>
          </a:p>
          <a:p>
            <a:br>
              <a:rPr lang="en-PH" sz="1100" dirty="0"/>
            </a:br>
            <a:endParaRPr lang="en-PH" sz="1100" dirty="0"/>
          </a:p>
        </p:txBody>
      </p:sp>
      <p:sp>
        <p:nvSpPr>
          <p:cNvPr id="21" name="Arc 20"/>
          <p:cNvSpPr/>
          <p:nvPr/>
        </p:nvSpPr>
        <p:spPr>
          <a:xfrm flipH="1">
            <a:off x="4753557" y="2285991"/>
            <a:ext cx="331627" cy="294959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33375" y="3786831"/>
            <a:ext cx="28803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68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104</Words>
  <Application>Microsoft Office PowerPoint</Application>
  <PresentationFormat>On-screen Show (4:3)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1088</cp:revision>
  <cp:lastPrinted>2025-08-10T12:28:04Z</cp:lastPrinted>
  <dcterms:created xsi:type="dcterms:W3CDTF">2023-12-04T11:22:15Z</dcterms:created>
  <dcterms:modified xsi:type="dcterms:W3CDTF">2026-08-25T12:21:11Z</dcterms:modified>
</cp:coreProperties>
</file>